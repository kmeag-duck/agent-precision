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83" r:id="rId1"/>
  </p:sldMasterIdLst>
  <p:notesMasterIdLst>
    <p:notesMasterId r:id="rId3"/>
  </p:notesMasterIdLst>
  <p:handoutMasterIdLst>
    <p:handoutMasterId r:id="rId4"/>
  </p:handoutMasterIdLst>
  <p:sldIdLst>
    <p:sldId id="280" r:id="rId2"/>
  </p:sldIdLst>
  <p:sldSz cx="32918400" cy="43891200"/>
  <p:notesSz cx="6858000" cy="9144000"/>
  <p:defaultTextStyle>
    <a:defPPr>
      <a:defRPr lang="en-US"/>
    </a:defPPr>
    <a:lvl1pPr marL="0" algn="l" defTabSz="3250554" rtl="0" eaLnBrk="1" latinLnBrk="0" hangingPunct="1">
      <a:defRPr sz="6400" kern="1200">
        <a:solidFill>
          <a:schemeClr val="tx1"/>
        </a:solidFill>
        <a:latin typeface="+mn-lt"/>
        <a:ea typeface="+mn-ea"/>
        <a:cs typeface="+mn-cs"/>
      </a:defRPr>
    </a:lvl1pPr>
    <a:lvl2pPr marL="1625279" algn="l" defTabSz="3250554" rtl="0" eaLnBrk="1" latinLnBrk="0" hangingPunct="1">
      <a:defRPr sz="6400" kern="1200">
        <a:solidFill>
          <a:schemeClr val="tx1"/>
        </a:solidFill>
        <a:latin typeface="+mn-lt"/>
        <a:ea typeface="+mn-ea"/>
        <a:cs typeface="+mn-cs"/>
      </a:defRPr>
    </a:lvl2pPr>
    <a:lvl3pPr marL="3250554" algn="l" defTabSz="3250554" rtl="0" eaLnBrk="1" latinLnBrk="0" hangingPunct="1">
      <a:defRPr sz="6400" kern="1200">
        <a:solidFill>
          <a:schemeClr val="tx1"/>
        </a:solidFill>
        <a:latin typeface="+mn-lt"/>
        <a:ea typeface="+mn-ea"/>
        <a:cs typeface="+mn-cs"/>
      </a:defRPr>
    </a:lvl3pPr>
    <a:lvl4pPr marL="4875826" algn="l" defTabSz="3250554" rtl="0" eaLnBrk="1" latinLnBrk="0" hangingPunct="1">
      <a:defRPr sz="6400" kern="1200">
        <a:solidFill>
          <a:schemeClr val="tx1"/>
        </a:solidFill>
        <a:latin typeface="+mn-lt"/>
        <a:ea typeface="+mn-ea"/>
        <a:cs typeface="+mn-cs"/>
      </a:defRPr>
    </a:lvl4pPr>
    <a:lvl5pPr marL="6501105" algn="l" defTabSz="3250554" rtl="0" eaLnBrk="1" latinLnBrk="0" hangingPunct="1">
      <a:defRPr sz="6400" kern="1200">
        <a:solidFill>
          <a:schemeClr val="tx1"/>
        </a:solidFill>
        <a:latin typeface="+mn-lt"/>
        <a:ea typeface="+mn-ea"/>
        <a:cs typeface="+mn-cs"/>
      </a:defRPr>
    </a:lvl5pPr>
    <a:lvl6pPr marL="8126380" algn="l" defTabSz="3250554" rtl="0" eaLnBrk="1" latinLnBrk="0" hangingPunct="1">
      <a:defRPr sz="6400" kern="1200">
        <a:solidFill>
          <a:schemeClr val="tx1"/>
        </a:solidFill>
        <a:latin typeface="+mn-lt"/>
        <a:ea typeface="+mn-ea"/>
        <a:cs typeface="+mn-cs"/>
      </a:defRPr>
    </a:lvl6pPr>
    <a:lvl7pPr marL="9751659" algn="l" defTabSz="3250554" rtl="0" eaLnBrk="1" latinLnBrk="0" hangingPunct="1">
      <a:defRPr sz="6400" kern="1200">
        <a:solidFill>
          <a:schemeClr val="tx1"/>
        </a:solidFill>
        <a:latin typeface="+mn-lt"/>
        <a:ea typeface="+mn-ea"/>
        <a:cs typeface="+mn-cs"/>
      </a:defRPr>
    </a:lvl7pPr>
    <a:lvl8pPr marL="11376934" algn="l" defTabSz="3250554" rtl="0" eaLnBrk="1" latinLnBrk="0" hangingPunct="1">
      <a:defRPr sz="6400" kern="1200">
        <a:solidFill>
          <a:schemeClr val="tx1"/>
        </a:solidFill>
        <a:latin typeface="+mn-lt"/>
        <a:ea typeface="+mn-ea"/>
        <a:cs typeface="+mn-cs"/>
      </a:defRPr>
    </a:lvl8pPr>
    <a:lvl9pPr marL="13002210" algn="l" defTabSz="3250554" rtl="0" eaLnBrk="1" latinLnBrk="0" hangingPunct="1">
      <a:defRPr sz="6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830">
          <p15:clr>
            <a:srgbClr val="A4A3A4"/>
          </p15:clr>
        </p15:guide>
        <p15:guide id="2" pos="20735">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J" initials="Mj" lastIdx="2" clrIdx="0"/>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1F8F"/>
    <a:srgbClr val="A12B2F"/>
    <a:srgbClr val="007836"/>
    <a:srgbClr val="ECAA00"/>
    <a:srgbClr val="76777B"/>
    <a:srgbClr val="00609C"/>
    <a:srgbClr val="ECAC00"/>
    <a:srgbClr val="00A19C"/>
    <a:srgbClr val="0082CA"/>
    <a:srgbClr val="4D008C"/>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367" autoAdjust="0"/>
    <p:restoredTop sz="93469" autoAdjust="0"/>
  </p:normalViewPr>
  <p:slideViewPr>
    <p:cSldViewPr snapToGrid="0" showGuides="1">
      <p:cViewPr>
        <p:scale>
          <a:sx n="33" d="100"/>
          <a:sy n="33" d="100"/>
        </p:scale>
        <p:origin x="763" y="-3139"/>
      </p:cViewPr>
      <p:guideLst>
        <p:guide orient="horz" pos="25830"/>
        <p:guide pos="20735"/>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 d="100"/>
        <a:sy n="20" d="100"/>
      </p:scale>
      <p:origin x="0" y="0"/>
    </p:cViewPr>
  </p:sorterViewPr>
  <p:gridSpacing cx="76200" cy="76200"/>
</p:viewPr>
</file>

<file path=ppt/_rels/presentation.xml.rels><?xml version="1.0" encoding="UTF-8"?><Relationships xmlns="http://schemas.openxmlformats.org/package/2006/relationships"><Relationship Id="rId8"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commentAuthors" Target="commentAuthors.xml"/><Relationship Id="rId4" Type="http://schemas.openxmlformats.org/officeDocument/2006/relationships/handoutMaster" Target="handoutMasters/handoutMaster1.xml"/><Relationship Id="rId9" Type="http://schemas.openxmlformats.org/officeDocument/2006/relationships/tableStyles" Target="tableStyles.xml"/></Relationships>
</file>

<file path=ppt/handoutMasters/_rels/handoutMaster1.xml.rels><?xml version="1.0" encoding="UTF-8"?><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886795E-F386-0C49-942F-B1458A319E02}" type="datetimeFigureOut">
              <a:rPr lang="en-US" smtClean="0"/>
              <a:t>7/14/2026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E215C89-C29F-C54A-AE1C-F467936647BB}" type="slidenum">
              <a:rPr lang="en-US" smtClean="0"/>
              <a:t>‹#›</a:t>
            </a:fld>
            <a:endParaRPr lang="en-US"/>
          </a:p>
        </p:txBody>
      </p:sp>
    </p:spTree>
    <p:extLst>
      <p:ext uri="{BB962C8B-B14F-4D97-AF65-F5344CB8AC3E}">
        <p14:creationId xmlns:p14="http://schemas.microsoft.com/office/powerpoint/2010/main" val="935280444"/>
      </p:ext>
    </p:extLst>
  </p:cSld>
  <p:clrMap bg1="lt1" tx1="dk1" bg2="lt2" tx2="dk2" accent1="accent1" accent2="accent2" accent3="accent3" accent4="accent4" accent5="accent5" accent6="accent6" hlink="hlink" folHlink="folHlink"/>
</p:handoutMaster>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080A489-9093-C54A-B1C3-374F661A0010}" type="datetimeFigureOut">
              <a:rPr lang="en-US" smtClean="0"/>
              <a:t>7/14/2026</a:t>
            </a:fld>
            <a:endParaRPr lang="en-US"/>
          </a:p>
        </p:txBody>
      </p:sp>
      <p:sp>
        <p:nvSpPr>
          <p:cNvPr id="4" name="Slide Image Placeholder 3"/>
          <p:cNvSpPr>
            <a:spLocks noGrp="1" noRot="1" noChangeAspect="1"/>
          </p:cNvSpPr>
          <p:nvPr>
            <p:ph type="sldImg" idx="2"/>
          </p:nvPr>
        </p:nvSpPr>
        <p:spPr>
          <a:xfrm>
            <a:off x="2143125" y="685800"/>
            <a:ext cx="257175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EAA7A1A-8011-3A42-91B8-EE1BD44E4455}" type="slidenum">
              <a:rPr lang="en-US" smtClean="0"/>
              <a:t>‹#›</a:t>
            </a:fld>
            <a:endParaRPr lang="en-US"/>
          </a:p>
        </p:txBody>
      </p:sp>
    </p:spTree>
    <p:extLst>
      <p:ext uri="{BB962C8B-B14F-4D97-AF65-F5344CB8AC3E}">
        <p14:creationId xmlns:p14="http://schemas.microsoft.com/office/powerpoint/2010/main" val="1920691063"/>
      </p:ext>
    </p:extLst>
  </p:cSld>
  <p:clrMap bg1="lt1" tx1="dk1" bg2="lt2" tx2="dk2" accent1="accent1" accent2="accent2" accent3="accent3" accent4="accent4" accent5="accent5" accent6="accent6" hlink="hlink" folHlink="folHlink"/>
  <p:notesStyle>
    <a:lvl1pPr marL="0" algn="l" defTabSz="1625279" rtl="0" eaLnBrk="1" latinLnBrk="0" hangingPunct="1">
      <a:defRPr sz="4300" kern="1200">
        <a:solidFill>
          <a:schemeClr val="tx1"/>
        </a:solidFill>
        <a:latin typeface="+mn-lt"/>
        <a:ea typeface="+mn-ea"/>
        <a:cs typeface="+mn-cs"/>
      </a:defRPr>
    </a:lvl1pPr>
    <a:lvl2pPr marL="1625279" algn="l" defTabSz="1625279" rtl="0" eaLnBrk="1" latinLnBrk="0" hangingPunct="1">
      <a:defRPr sz="4300" kern="1200">
        <a:solidFill>
          <a:schemeClr val="tx1"/>
        </a:solidFill>
        <a:latin typeface="+mn-lt"/>
        <a:ea typeface="+mn-ea"/>
        <a:cs typeface="+mn-cs"/>
      </a:defRPr>
    </a:lvl2pPr>
    <a:lvl3pPr marL="3250554" algn="l" defTabSz="1625279" rtl="0" eaLnBrk="1" latinLnBrk="0" hangingPunct="1">
      <a:defRPr sz="4300" kern="1200">
        <a:solidFill>
          <a:schemeClr val="tx1"/>
        </a:solidFill>
        <a:latin typeface="+mn-lt"/>
        <a:ea typeface="+mn-ea"/>
        <a:cs typeface="+mn-cs"/>
      </a:defRPr>
    </a:lvl3pPr>
    <a:lvl4pPr marL="4875826" algn="l" defTabSz="1625279" rtl="0" eaLnBrk="1" latinLnBrk="0" hangingPunct="1">
      <a:defRPr sz="4300" kern="1200">
        <a:solidFill>
          <a:schemeClr val="tx1"/>
        </a:solidFill>
        <a:latin typeface="+mn-lt"/>
        <a:ea typeface="+mn-ea"/>
        <a:cs typeface="+mn-cs"/>
      </a:defRPr>
    </a:lvl4pPr>
    <a:lvl5pPr marL="6501105" algn="l" defTabSz="1625279" rtl="0" eaLnBrk="1" latinLnBrk="0" hangingPunct="1">
      <a:defRPr sz="4300" kern="1200">
        <a:solidFill>
          <a:schemeClr val="tx1"/>
        </a:solidFill>
        <a:latin typeface="+mn-lt"/>
        <a:ea typeface="+mn-ea"/>
        <a:cs typeface="+mn-cs"/>
      </a:defRPr>
    </a:lvl5pPr>
    <a:lvl6pPr marL="8126380" algn="l" defTabSz="1625279" rtl="0" eaLnBrk="1" latinLnBrk="0" hangingPunct="1">
      <a:defRPr sz="4300" kern="1200">
        <a:solidFill>
          <a:schemeClr val="tx1"/>
        </a:solidFill>
        <a:latin typeface="+mn-lt"/>
        <a:ea typeface="+mn-ea"/>
        <a:cs typeface="+mn-cs"/>
      </a:defRPr>
    </a:lvl6pPr>
    <a:lvl7pPr marL="9751659" algn="l" defTabSz="1625279" rtl="0" eaLnBrk="1" latinLnBrk="0" hangingPunct="1">
      <a:defRPr sz="4300" kern="1200">
        <a:solidFill>
          <a:schemeClr val="tx1"/>
        </a:solidFill>
        <a:latin typeface="+mn-lt"/>
        <a:ea typeface="+mn-ea"/>
        <a:cs typeface="+mn-cs"/>
      </a:defRPr>
    </a:lvl7pPr>
    <a:lvl8pPr marL="11376934" algn="l" defTabSz="1625279" rtl="0" eaLnBrk="1" latinLnBrk="0" hangingPunct="1">
      <a:defRPr sz="4300" kern="1200">
        <a:solidFill>
          <a:schemeClr val="tx1"/>
        </a:solidFill>
        <a:latin typeface="+mn-lt"/>
        <a:ea typeface="+mn-ea"/>
        <a:cs typeface="+mn-cs"/>
      </a:defRPr>
    </a:lvl8pPr>
    <a:lvl9pPr marL="13002210" algn="l" defTabSz="1625279" rtl="0" eaLnBrk="1" latinLnBrk="0" hangingPunct="1">
      <a:defRPr sz="4300" kern="1200">
        <a:solidFill>
          <a:schemeClr val="tx1"/>
        </a:solidFill>
        <a:latin typeface="+mn-lt"/>
        <a:ea typeface="+mn-ea"/>
        <a:cs typeface="+mn-cs"/>
      </a:defRPr>
    </a:lvl9pPr>
  </p:notesStyle>
</p:notesMaster>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lorful">
    <p:spTree>
      <p:nvGrpSpPr>
        <p:cNvPr id="1" name=""/>
        <p:cNvGrpSpPr/>
        <p:nvPr/>
      </p:nvGrpSpPr>
      <p:grpSpPr>
        <a:xfrm>
          <a:off x="0" y="0"/>
          <a:ext cx="0" cy="0"/>
          <a:chOff x="0" y="0"/>
          <a:chExt cx="0" cy="0"/>
        </a:xfrm>
      </p:grpSpPr>
      <p:sp>
        <p:nvSpPr>
          <p:cNvPr id="48" name="Content Placeholder 2"/>
          <p:cNvSpPr>
            <a:spLocks noGrp="1"/>
          </p:cNvSpPr>
          <p:nvPr>
            <p:ph idx="71" hasCustomPrompt="1"/>
          </p:nvPr>
        </p:nvSpPr>
        <p:spPr>
          <a:xfrm>
            <a:off x="22127541" y="34253007"/>
            <a:ext cx="10094976" cy="6680526"/>
          </a:xfrm>
          <a:ln w="3175" cmpd="sng">
            <a:solidFill>
              <a:schemeClr val="tx1">
                <a:lumMod val="40000"/>
                <a:lumOff val="60000"/>
              </a:schemeClr>
            </a:solidFill>
          </a:ln>
        </p:spPr>
        <p:txBody>
          <a:bodyPr lIns="256002" tIns="768008" rIns="256002" bIns="256002"/>
          <a:lstStyle>
            <a:lvl1pPr marL="347663" indent="-347663">
              <a:lnSpc>
                <a:spcPct val="95000"/>
              </a:lnSpc>
              <a:spcBef>
                <a:spcPts val="0"/>
              </a:spcBef>
              <a:buFont typeface="Wingdings" pitchFamily="2" charset="2"/>
              <a:buChar char="§"/>
              <a:defRPr sz="3200" b="0" baseline="0">
                <a:solidFill>
                  <a:schemeClr val="tx1">
                    <a:lumMod val="50000"/>
                  </a:schemeClr>
                </a:solidFill>
              </a:defRPr>
            </a:lvl1pPr>
            <a:lvl2pPr marL="852488" indent="-395288">
              <a:lnSpc>
                <a:spcPct val="95000"/>
              </a:lnSpc>
              <a:buFont typeface="Arial" pitchFamily="34" charset="0"/>
              <a:buChar char="−"/>
              <a:defRPr sz="3200"/>
            </a:lvl2pPr>
            <a:lvl3pPr marL="1262063" indent="-288925">
              <a:lnSpc>
                <a:spcPct val="95000"/>
              </a:lnSpc>
              <a:buFont typeface="Arial" pitchFamily="34" charset="0"/>
              <a:buChar char="•"/>
              <a:defRPr sz="3200"/>
            </a:lvl3pPr>
            <a:lvl4pPr marL="1717675" indent="-347663">
              <a:lnSpc>
                <a:spcPct val="95000"/>
              </a:lnSpc>
              <a:buFont typeface="Arial" pitchFamily="34" charset="0"/>
              <a:buChar char="−"/>
              <a:defRPr sz="3200"/>
            </a:lvl4pPr>
            <a:lvl5pPr marL="2057400" indent="-315913">
              <a:lnSpc>
                <a:spcPct val="95000"/>
              </a:lnSpc>
              <a:tabLst/>
              <a:defRPr sz="32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2" name="Content Placeholder 2"/>
          <p:cNvSpPr>
            <a:spLocks noGrp="1"/>
          </p:cNvSpPr>
          <p:nvPr>
            <p:ph idx="70" hasCustomPrompt="1"/>
          </p:nvPr>
        </p:nvSpPr>
        <p:spPr>
          <a:xfrm>
            <a:off x="11423845" y="34253007"/>
            <a:ext cx="10094976" cy="6680526"/>
          </a:xfrm>
          <a:ln w="3175" cmpd="sng">
            <a:solidFill>
              <a:schemeClr val="tx1">
                <a:lumMod val="40000"/>
                <a:lumOff val="60000"/>
              </a:schemeClr>
            </a:solidFill>
          </a:ln>
        </p:spPr>
        <p:txBody>
          <a:bodyPr lIns="256002" tIns="768008" rIns="256002" bIns="256002"/>
          <a:lstStyle>
            <a:lvl1pPr marL="347663" indent="-347663">
              <a:lnSpc>
                <a:spcPct val="95000"/>
              </a:lnSpc>
              <a:spcBef>
                <a:spcPts val="1200"/>
              </a:spcBef>
              <a:buFont typeface="Wingdings" pitchFamily="2" charset="2"/>
              <a:buChar char="§"/>
              <a:defRPr sz="3200" b="0" baseline="0">
                <a:solidFill>
                  <a:schemeClr val="tx1">
                    <a:lumMod val="50000"/>
                  </a:schemeClr>
                </a:solidFill>
              </a:defRPr>
            </a:lvl1pPr>
            <a:lvl2pPr marL="852488" indent="-395288">
              <a:lnSpc>
                <a:spcPct val="95000"/>
              </a:lnSpc>
              <a:buFont typeface="Arial" pitchFamily="34" charset="0"/>
              <a:buChar char="−"/>
              <a:defRPr sz="3200"/>
            </a:lvl2pPr>
            <a:lvl3pPr marL="1262063" indent="-288925">
              <a:lnSpc>
                <a:spcPct val="95000"/>
              </a:lnSpc>
              <a:buFont typeface="Arial" pitchFamily="34" charset="0"/>
              <a:buChar char="•"/>
              <a:defRPr sz="3200"/>
            </a:lvl3pPr>
            <a:lvl4pPr marL="1717675" indent="-347663">
              <a:lnSpc>
                <a:spcPct val="95000"/>
              </a:lnSpc>
              <a:buFont typeface="Arial" pitchFamily="34" charset="0"/>
              <a:buChar char="−"/>
              <a:defRPr sz="3200"/>
            </a:lvl4pPr>
            <a:lvl5pPr marL="2057400" indent="-315913">
              <a:lnSpc>
                <a:spcPct val="95000"/>
              </a:lnSpc>
              <a:tabLst/>
              <a:defRPr sz="32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4" name="Content Placeholder 2"/>
          <p:cNvSpPr>
            <a:spLocks noGrp="1"/>
          </p:cNvSpPr>
          <p:nvPr>
            <p:ph idx="68" hasCustomPrompt="1"/>
          </p:nvPr>
        </p:nvSpPr>
        <p:spPr>
          <a:xfrm>
            <a:off x="16793834" y="18181791"/>
            <a:ext cx="15465780" cy="15418085"/>
          </a:xfrm>
          <a:ln w="3175" cmpd="sng">
            <a:solidFill>
              <a:schemeClr val="tx1">
                <a:lumMod val="40000"/>
                <a:lumOff val="60000"/>
              </a:schemeClr>
            </a:solidFill>
          </a:ln>
        </p:spPr>
        <p:txBody>
          <a:bodyPr lIns="256002" tIns="768008" rIns="256002" bIns="256002"/>
          <a:lstStyle>
            <a:lvl1pPr marL="347663" indent="-347663">
              <a:lnSpc>
                <a:spcPct val="95000"/>
              </a:lnSpc>
              <a:spcBef>
                <a:spcPts val="1200"/>
              </a:spcBef>
              <a:buFont typeface="Wingdings" pitchFamily="2" charset="2"/>
              <a:buChar char="§"/>
              <a:defRPr sz="3200" b="0" baseline="0">
                <a:solidFill>
                  <a:schemeClr val="tx1">
                    <a:lumMod val="50000"/>
                  </a:schemeClr>
                </a:solidFill>
              </a:defRPr>
            </a:lvl1pPr>
            <a:lvl2pPr marL="852488" indent="-395288">
              <a:lnSpc>
                <a:spcPct val="95000"/>
              </a:lnSpc>
              <a:buFont typeface="Arial" pitchFamily="34" charset="0"/>
              <a:buChar char="−"/>
              <a:defRPr sz="3200"/>
            </a:lvl2pPr>
            <a:lvl3pPr marL="1262063" indent="-288925">
              <a:lnSpc>
                <a:spcPct val="95000"/>
              </a:lnSpc>
              <a:buFont typeface="Arial" pitchFamily="34" charset="0"/>
              <a:buChar char="•"/>
              <a:defRPr sz="3200"/>
            </a:lvl3pPr>
            <a:lvl4pPr marL="1717675" indent="-347663">
              <a:lnSpc>
                <a:spcPct val="95000"/>
              </a:lnSpc>
              <a:buFont typeface="Arial" pitchFamily="34" charset="0"/>
              <a:buChar char="−"/>
              <a:defRPr sz="3200"/>
            </a:lvl4pPr>
            <a:lvl5pPr marL="2057400" indent="-315913">
              <a:lnSpc>
                <a:spcPct val="95000"/>
              </a:lnSpc>
              <a:tabLst/>
              <a:defRPr sz="32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3" name="Content Placeholder 2"/>
          <p:cNvSpPr>
            <a:spLocks noGrp="1"/>
          </p:cNvSpPr>
          <p:nvPr>
            <p:ph idx="67" hasCustomPrompt="1"/>
          </p:nvPr>
        </p:nvSpPr>
        <p:spPr>
          <a:xfrm>
            <a:off x="683867" y="18181791"/>
            <a:ext cx="15423448" cy="15418085"/>
          </a:xfrm>
          <a:ln w="3175" cmpd="sng">
            <a:solidFill>
              <a:schemeClr val="tx1">
                <a:lumMod val="40000"/>
                <a:lumOff val="60000"/>
              </a:schemeClr>
            </a:solidFill>
          </a:ln>
        </p:spPr>
        <p:txBody>
          <a:bodyPr lIns="256002" tIns="768008" rIns="256002" bIns="256002"/>
          <a:lstStyle>
            <a:lvl1pPr marL="347663" indent="-347663">
              <a:lnSpc>
                <a:spcPct val="95000"/>
              </a:lnSpc>
              <a:spcBef>
                <a:spcPts val="1200"/>
              </a:spcBef>
              <a:buFont typeface="Wingdings" pitchFamily="2" charset="2"/>
              <a:buChar char="§"/>
              <a:defRPr sz="3200" b="0" baseline="0">
                <a:solidFill>
                  <a:schemeClr val="tx1">
                    <a:lumMod val="50000"/>
                  </a:schemeClr>
                </a:solidFill>
              </a:defRPr>
            </a:lvl1pPr>
            <a:lvl2pPr marL="852488" indent="-395288">
              <a:lnSpc>
                <a:spcPct val="95000"/>
              </a:lnSpc>
              <a:buFont typeface="Arial" pitchFamily="34" charset="0"/>
              <a:buChar char="−"/>
              <a:defRPr sz="3200"/>
            </a:lvl2pPr>
            <a:lvl3pPr marL="1262063" indent="-288925">
              <a:lnSpc>
                <a:spcPct val="95000"/>
              </a:lnSpc>
              <a:buFont typeface="Arial" pitchFamily="34" charset="0"/>
              <a:buChar char="•"/>
              <a:defRPr sz="3200"/>
            </a:lvl3pPr>
            <a:lvl4pPr marL="1717675" indent="-347663">
              <a:lnSpc>
                <a:spcPct val="95000"/>
              </a:lnSpc>
              <a:buFont typeface="Arial" pitchFamily="34" charset="0"/>
              <a:buChar char="−"/>
              <a:defRPr sz="3200"/>
            </a:lvl4pPr>
            <a:lvl5pPr marL="2057400" indent="-315913">
              <a:lnSpc>
                <a:spcPct val="95000"/>
              </a:lnSpc>
              <a:tabLst/>
              <a:defRPr sz="32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Content Placeholder 2"/>
          <p:cNvSpPr>
            <a:spLocks noGrp="1"/>
          </p:cNvSpPr>
          <p:nvPr>
            <p:ph idx="65" hasCustomPrompt="1"/>
          </p:nvPr>
        </p:nvSpPr>
        <p:spPr>
          <a:xfrm>
            <a:off x="16763074" y="7315200"/>
            <a:ext cx="7415784" cy="10213848"/>
          </a:xfrm>
          <a:ln w="3175" cmpd="sng">
            <a:solidFill>
              <a:schemeClr val="tx1">
                <a:lumMod val="40000"/>
                <a:lumOff val="60000"/>
              </a:schemeClr>
            </a:solidFill>
          </a:ln>
        </p:spPr>
        <p:txBody>
          <a:bodyPr lIns="256002" tIns="768008" rIns="256002" bIns="256002"/>
          <a:lstStyle>
            <a:lvl1pPr marL="347663" indent="-347663">
              <a:lnSpc>
                <a:spcPct val="95000"/>
              </a:lnSpc>
              <a:spcBef>
                <a:spcPts val="1200"/>
              </a:spcBef>
              <a:buFont typeface="Wingdings" pitchFamily="2" charset="2"/>
              <a:buChar char="§"/>
              <a:defRPr sz="3200" b="0" baseline="0">
                <a:solidFill>
                  <a:schemeClr val="tx1">
                    <a:lumMod val="50000"/>
                  </a:schemeClr>
                </a:solidFill>
              </a:defRPr>
            </a:lvl1pPr>
            <a:lvl2pPr marL="852488" indent="-395288">
              <a:lnSpc>
                <a:spcPct val="95000"/>
              </a:lnSpc>
              <a:buFont typeface="Arial" pitchFamily="34" charset="0"/>
              <a:buChar char="−"/>
              <a:defRPr sz="3200"/>
            </a:lvl2pPr>
            <a:lvl3pPr marL="1262063" indent="-288925">
              <a:lnSpc>
                <a:spcPct val="95000"/>
              </a:lnSpc>
              <a:buFont typeface="Arial" pitchFamily="34" charset="0"/>
              <a:buChar char="•"/>
              <a:defRPr sz="3200"/>
            </a:lvl3pPr>
            <a:lvl4pPr marL="1717675" indent="-347663">
              <a:lnSpc>
                <a:spcPct val="95000"/>
              </a:lnSpc>
              <a:buFont typeface="Arial" pitchFamily="34" charset="0"/>
              <a:buChar char="−"/>
              <a:defRPr sz="3200"/>
            </a:lvl4pPr>
            <a:lvl5pPr marL="2057400" indent="-315913">
              <a:lnSpc>
                <a:spcPct val="95000"/>
              </a:lnSpc>
              <a:tabLst/>
              <a:defRPr sz="32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2" name="Content Placeholder 2"/>
          <p:cNvSpPr>
            <a:spLocks noGrp="1"/>
          </p:cNvSpPr>
          <p:nvPr>
            <p:ph idx="66" hasCustomPrompt="1"/>
          </p:nvPr>
        </p:nvSpPr>
        <p:spPr>
          <a:xfrm>
            <a:off x="24843831" y="7315200"/>
            <a:ext cx="7415784" cy="10213848"/>
          </a:xfrm>
          <a:ln w="3175" cmpd="sng">
            <a:solidFill>
              <a:schemeClr val="tx1">
                <a:lumMod val="40000"/>
                <a:lumOff val="60000"/>
              </a:schemeClr>
            </a:solidFill>
          </a:ln>
        </p:spPr>
        <p:txBody>
          <a:bodyPr lIns="256002" tIns="768008" rIns="256002" bIns="256002"/>
          <a:lstStyle>
            <a:lvl1pPr marL="347663" indent="-347663">
              <a:lnSpc>
                <a:spcPct val="95000"/>
              </a:lnSpc>
              <a:spcBef>
                <a:spcPts val="1200"/>
              </a:spcBef>
              <a:buFont typeface="Wingdings" pitchFamily="2" charset="2"/>
              <a:buChar char="§"/>
              <a:defRPr sz="3200" b="0" baseline="0">
                <a:solidFill>
                  <a:schemeClr val="tx1">
                    <a:lumMod val="50000"/>
                  </a:schemeClr>
                </a:solidFill>
              </a:defRPr>
            </a:lvl1pPr>
            <a:lvl2pPr marL="852488" indent="-395288">
              <a:lnSpc>
                <a:spcPct val="95000"/>
              </a:lnSpc>
              <a:buFont typeface="Arial" pitchFamily="34" charset="0"/>
              <a:buChar char="−"/>
              <a:defRPr sz="3200"/>
            </a:lvl2pPr>
            <a:lvl3pPr marL="1262063" indent="-288925">
              <a:lnSpc>
                <a:spcPct val="95000"/>
              </a:lnSpc>
              <a:buFont typeface="Arial" pitchFamily="34" charset="0"/>
              <a:buChar char="•"/>
              <a:defRPr sz="3200"/>
            </a:lvl3pPr>
            <a:lvl4pPr marL="1717675" indent="-347663">
              <a:lnSpc>
                <a:spcPct val="95000"/>
              </a:lnSpc>
              <a:buFont typeface="Arial" pitchFamily="34" charset="0"/>
              <a:buChar char="−"/>
              <a:defRPr sz="3200"/>
            </a:lvl4pPr>
            <a:lvl5pPr marL="2057400" indent="-315913">
              <a:lnSpc>
                <a:spcPct val="95000"/>
              </a:lnSpc>
              <a:tabLst/>
              <a:defRPr sz="32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p:nvPr userDrawn="1"/>
        </p:nvSpPr>
        <p:spPr>
          <a:xfrm>
            <a:off x="5" y="-1"/>
            <a:ext cx="32918400" cy="4797880"/>
          </a:xfrm>
          <a:prstGeom prst="rect">
            <a:avLst/>
          </a:prstGeom>
          <a:solidFill>
            <a:schemeClr val="accent2"/>
          </a:solidFill>
        </p:spPr>
        <p:txBody>
          <a:bodyPr vert="horz" lIns="0" tIns="0" rIns="0" bIns="0" rtlCol="0" anchor="t" anchorCtr="0">
            <a:noAutofit/>
          </a:bodyPr>
          <a:lstStyle/>
          <a:p>
            <a:pPr algn="r" defTabSz="1624898">
              <a:spcBef>
                <a:spcPts val="2129"/>
              </a:spcBef>
              <a:buFont typeface="Wingdings" pitchFamily="2" charset="2"/>
              <a:buNone/>
            </a:pPr>
            <a:endParaRPr lang="en-US" sz="400" b="1">
              <a:solidFill>
                <a:srgbClr val="FFFFFF"/>
              </a:solidFill>
            </a:endParaRPr>
          </a:p>
        </p:txBody>
      </p:sp>
      <p:sp>
        <p:nvSpPr>
          <p:cNvPr id="28" name="Rectangle 27"/>
          <p:cNvSpPr/>
          <p:nvPr userDrawn="1"/>
        </p:nvSpPr>
        <p:spPr>
          <a:xfrm>
            <a:off x="0" y="4760252"/>
            <a:ext cx="32918400" cy="1991833"/>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1624898" tIns="162487" rIns="324977" bIns="162487" rtlCol="0" anchor="ctr"/>
          <a:lstStyle/>
          <a:p>
            <a:pPr defTabSz="3249793"/>
            <a:endParaRPr lang="en-US" sz="2800" dirty="0">
              <a:solidFill>
                <a:srgbClr val="FFFFFF"/>
              </a:solidFill>
            </a:endParaRPr>
          </a:p>
        </p:txBody>
      </p:sp>
      <p:sp>
        <p:nvSpPr>
          <p:cNvPr id="2" name="Title 1"/>
          <p:cNvSpPr>
            <a:spLocks noGrp="1"/>
          </p:cNvSpPr>
          <p:nvPr userDrawn="1">
            <p:ph type="title" hasCustomPrompt="1"/>
          </p:nvPr>
        </p:nvSpPr>
        <p:spPr>
          <a:xfrm>
            <a:off x="1382919" y="898525"/>
            <a:ext cx="30836961" cy="2631971"/>
          </a:xfrm>
        </p:spPr>
        <p:txBody>
          <a:bodyPr anchor="b"/>
          <a:lstStyle>
            <a:lvl1pPr>
              <a:defRPr lang="en-US" sz="10000" b="1" kern="1200" cap="all" baseline="0" dirty="0">
                <a:solidFill>
                  <a:schemeClr val="bg1"/>
                </a:solidFill>
                <a:latin typeface="+mj-lt"/>
                <a:ea typeface="ＭＳ Ｐゴシック" charset="0"/>
                <a:cs typeface="ＭＳ Ｐゴシック" charset="0"/>
              </a:defRPr>
            </a:lvl1pPr>
          </a:lstStyle>
          <a:p>
            <a:r>
              <a:rPr lang="en-US" dirty="0"/>
              <a:t>BASIC CONTENT SLIDE</a:t>
            </a:r>
            <a:br>
              <a:rPr lang="en-US" dirty="0"/>
            </a:br>
            <a:r>
              <a:rPr lang="en-US" dirty="0"/>
              <a:t>one or two lines for headline</a:t>
            </a:r>
          </a:p>
        </p:txBody>
      </p:sp>
      <p:sp>
        <p:nvSpPr>
          <p:cNvPr id="11" name="Text Placeholder 10"/>
          <p:cNvSpPr>
            <a:spLocks noGrp="1"/>
          </p:cNvSpPr>
          <p:nvPr userDrawn="1">
            <p:ph type="body" sz="quarter" idx="26" hasCustomPrompt="1"/>
          </p:nvPr>
        </p:nvSpPr>
        <p:spPr>
          <a:xfrm>
            <a:off x="1382918" y="3662893"/>
            <a:ext cx="30817421" cy="855566"/>
          </a:xfrm>
        </p:spPr>
        <p:txBody>
          <a:bodyPr/>
          <a:lstStyle>
            <a:lvl1pPr marL="0" indent="0">
              <a:buNone/>
              <a:defRPr sz="6000">
                <a:solidFill>
                  <a:srgbClr val="FFFFFF"/>
                </a:solidFill>
              </a:defRPr>
            </a:lvl1pPr>
            <a:lvl2pPr marL="1009916" indent="0">
              <a:buNone/>
              <a:defRPr/>
            </a:lvl2pPr>
            <a:lvl3pPr marL="2189089" indent="0">
              <a:buNone/>
              <a:defRPr/>
            </a:lvl3pPr>
            <a:lvl4pPr marL="3255431" indent="0">
              <a:buNone/>
              <a:defRPr/>
            </a:lvl4pPr>
            <a:lvl5pPr marL="4265347" indent="0">
              <a:buNone/>
              <a:defRPr/>
            </a:lvl5pPr>
          </a:lstStyle>
          <a:p>
            <a:pPr lvl="0"/>
            <a:r>
              <a:rPr lang="en-US" dirty="0"/>
              <a:t>Click to edit Subhead</a:t>
            </a:r>
          </a:p>
        </p:txBody>
      </p:sp>
      <p:sp>
        <p:nvSpPr>
          <p:cNvPr id="12" name="Text Placeholder 11"/>
          <p:cNvSpPr>
            <a:spLocks noGrp="1"/>
          </p:cNvSpPr>
          <p:nvPr userDrawn="1">
            <p:ph type="body" sz="quarter" idx="23" hasCustomPrompt="1"/>
          </p:nvPr>
        </p:nvSpPr>
        <p:spPr>
          <a:xfrm>
            <a:off x="1331120" y="5085098"/>
            <a:ext cx="30558581" cy="1342139"/>
          </a:xfrm>
        </p:spPr>
        <p:txBody>
          <a:bodyPr anchor="ctr" anchorCtr="0"/>
          <a:lstStyle>
            <a:lvl1pPr marL="0" marR="0" indent="0" algn="l" defTabSz="1624898" rtl="0" eaLnBrk="1" fontAlgn="auto" latinLnBrk="0" hangingPunct="1">
              <a:lnSpc>
                <a:spcPct val="100000"/>
              </a:lnSpc>
              <a:spcBef>
                <a:spcPts val="0"/>
              </a:spcBef>
              <a:spcAft>
                <a:spcPts val="0"/>
              </a:spcAft>
              <a:buClrTx/>
              <a:buSzTx/>
              <a:buFont typeface="Wingdings" pitchFamily="2" charset="2"/>
              <a:buNone/>
              <a:tabLst/>
              <a:defRPr sz="3200" baseline="0">
                <a:solidFill>
                  <a:schemeClr val="bg1"/>
                </a:solidFill>
              </a:defRPr>
            </a:lvl1pPr>
            <a:lvl2pPr marL="1009916" indent="0">
              <a:buNone/>
              <a:defRPr sz="3200"/>
            </a:lvl2pPr>
            <a:lvl3pPr marL="2189096" indent="0">
              <a:buNone/>
              <a:defRPr sz="3200"/>
            </a:lvl3pPr>
            <a:lvl4pPr marL="3255435" indent="0">
              <a:buNone/>
              <a:defRPr sz="3200"/>
            </a:lvl4pPr>
            <a:lvl5pPr marL="4265347" indent="0">
              <a:buNone/>
              <a:defRPr sz="3200"/>
            </a:lvl5pPr>
          </a:lstStyle>
          <a:p>
            <a:pPr lvl="0"/>
            <a:r>
              <a:rPr lang="en-US" dirty="0"/>
              <a:t>Researcher Names</a:t>
            </a:r>
          </a:p>
          <a:p>
            <a:pPr lvl="0"/>
            <a:r>
              <a:rPr lang="en-US" dirty="0"/>
              <a:t>Researcher Names</a:t>
            </a:r>
          </a:p>
          <a:p>
            <a:pPr marL="0" marR="0" lvl="0" indent="0" algn="l" defTabSz="1624898" rtl="0" eaLnBrk="1" fontAlgn="auto" latinLnBrk="0" hangingPunct="1">
              <a:lnSpc>
                <a:spcPct val="100000"/>
              </a:lnSpc>
              <a:spcBef>
                <a:spcPts val="0"/>
              </a:spcBef>
              <a:spcAft>
                <a:spcPts val="0"/>
              </a:spcAft>
              <a:buClrTx/>
              <a:buSzTx/>
              <a:buFont typeface="Wingdings" pitchFamily="2" charset="2"/>
              <a:buNone/>
              <a:tabLst/>
              <a:defRPr/>
            </a:pPr>
            <a:r>
              <a:rPr lang="en-US" dirty="0"/>
              <a:t>Researcher Names</a:t>
            </a:r>
          </a:p>
        </p:txBody>
      </p:sp>
      <p:sp>
        <p:nvSpPr>
          <p:cNvPr id="3" name="Content Placeholder 2"/>
          <p:cNvSpPr>
            <a:spLocks noGrp="1"/>
          </p:cNvSpPr>
          <p:nvPr userDrawn="1">
            <p:ph idx="1" hasCustomPrompt="1"/>
          </p:nvPr>
        </p:nvSpPr>
        <p:spPr>
          <a:xfrm>
            <a:off x="683866" y="7315200"/>
            <a:ext cx="15426103" cy="10213848"/>
          </a:xfrm>
          <a:ln w="3175" cmpd="sng">
            <a:solidFill>
              <a:schemeClr val="tx1">
                <a:lumMod val="40000"/>
                <a:lumOff val="60000"/>
              </a:schemeClr>
            </a:solidFill>
          </a:ln>
        </p:spPr>
        <p:txBody>
          <a:bodyPr lIns="256002" tIns="768008" rIns="256002" bIns="256002"/>
          <a:lstStyle>
            <a:lvl1pPr marL="347663" indent="-347663">
              <a:lnSpc>
                <a:spcPct val="95000"/>
              </a:lnSpc>
              <a:spcBef>
                <a:spcPts val="1200"/>
              </a:spcBef>
              <a:buFont typeface="Wingdings" pitchFamily="2" charset="2"/>
              <a:buChar char="§"/>
              <a:defRPr sz="3200" b="0" baseline="0">
                <a:solidFill>
                  <a:schemeClr val="tx1">
                    <a:lumMod val="50000"/>
                  </a:schemeClr>
                </a:solidFill>
              </a:defRPr>
            </a:lvl1pPr>
            <a:lvl2pPr marL="852488" indent="-395288">
              <a:lnSpc>
                <a:spcPct val="95000"/>
              </a:lnSpc>
              <a:buFont typeface="Arial" pitchFamily="34" charset="0"/>
              <a:buChar char="−"/>
              <a:defRPr sz="3200"/>
            </a:lvl2pPr>
            <a:lvl3pPr marL="1262063" indent="-288925">
              <a:lnSpc>
                <a:spcPct val="95000"/>
              </a:lnSpc>
              <a:buFont typeface="Arial" pitchFamily="34" charset="0"/>
              <a:buChar char="•"/>
              <a:defRPr sz="3200"/>
            </a:lvl3pPr>
            <a:lvl4pPr marL="1717675" indent="-347663">
              <a:lnSpc>
                <a:spcPct val="95000"/>
              </a:lnSpc>
              <a:buFont typeface="Arial" pitchFamily="34" charset="0"/>
              <a:buChar char="−"/>
              <a:defRPr sz="3200"/>
            </a:lvl4pPr>
            <a:lvl5pPr marL="2057400" indent="-315913">
              <a:lnSpc>
                <a:spcPct val="95000"/>
              </a:lnSpc>
              <a:tabLst/>
              <a:defRPr sz="32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8" name="Picture Placeholder 4"/>
          <p:cNvSpPr>
            <a:spLocks noGrp="1"/>
          </p:cNvSpPr>
          <p:nvPr>
            <p:ph type="pic" sz="quarter" idx="44" hasCustomPrompt="1"/>
          </p:nvPr>
        </p:nvSpPr>
        <p:spPr>
          <a:xfrm>
            <a:off x="17059781" y="12636203"/>
            <a:ext cx="6900112" cy="4594296"/>
          </a:xfrm>
          <a:solidFill>
            <a:schemeClr val="bg1">
              <a:lumMod val="85000"/>
            </a:schemeClr>
          </a:solidFill>
        </p:spPr>
        <p:txBody>
          <a:bodyPr anchor="ctr"/>
          <a:lstStyle>
            <a:lvl1pPr marL="0" indent="0" algn="ctr">
              <a:buNone/>
              <a:defRPr/>
            </a:lvl1pPr>
          </a:lstStyle>
          <a:p>
            <a:r>
              <a:rPr lang="en-US" dirty="0"/>
              <a:t>Click to add image</a:t>
            </a:r>
          </a:p>
        </p:txBody>
      </p:sp>
      <p:sp>
        <p:nvSpPr>
          <p:cNvPr id="39" name="Picture Placeholder 4"/>
          <p:cNvSpPr>
            <a:spLocks noGrp="1"/>
          </p:cNvSpPr>
          <p:nvPr>
            <p:ph type="pic" sz="quarter" idx="45" hasCustomPrompt="1"/>
          </p:nvPr>
        </p:nvSpPr>
        <p:spPr>
          <a:xfrm>
            <a:off x="25060527" y="12636203"/>
            <a:ext cx="6900112" cy="4594296"/>
          </a:xfrm>
          <a:solidFill>
            <a:schemeClr val="bg1">
              <a:lumMod val="85000"/>
            </a:schemeClr>
          </a:solidFill>
        </p:spPr>
        <p:txBody>
          <a:bodyPr anchor="ctr"/>
          <a:lstStyle>
            <a:lvl1pPr marL="0" indent="0" algn="ctr">
              <a:buNone/>
              <a:defRPr/>
            </a:lvl1pPr>
          </a:lstStyle>
          <a:p>
            <a:r>
              <a:rPr lang="en-US" dirty="0"/>
              <a:t>Click to add image</a:t>
            </a:r>
          </a:p>
        </p:txBody>
      </p:sp>
      <p:sp>
        <p:nvSpPr>
          <p:cNvPr id="40" name="Picture Placeholder 4"/>
          <p:cNvSpPr>
            <a:spLocks noGrp="1"/>
          </p:cNvSpPr>
          <p:nvPr>
            <p:ph type="pic" sz="quarter" idx="43" hasCustomPrompt="1"/>
          </p:nvPr>
        </p:nvSpPr>
        <p:spPr>
          <a:xfrm>
            <a:off x="931303" y="21929723"/>
            <a:ext cx="14879692" cy="11407189"/>
          </a:xfrm>
          <a:solidFill>
            <a:schemeClr val="bg1">
              <a:lumMod val="85000"/>
            </a:schemeClr>
          </a:solidFill>
        </p:spPr>
        <p:txBody>
          <a:bodyPr anchor="ctr"/>
          <a:lstStyle>
            <a:lvl1pPr marL="0" indent="0" algn="ctr">
              <a:buNone/>
              <a:defRPr/>
            </a:lvl1pPr>
          </a:lstStyle>
          <a:p>
            <a:r>
              <a:rPr lang="en-US" dirty="0"/>
              <a:t>Click to add image</a:t>
            </a:r>
          </a:p>
        </p:txBody>
      </p:sp>
      <p:sp>
        <p:nvSpPr>
          <p:cNvPr id="49" name="Picture Placeholder 4"/>
          <p:cNvSpPr>
            <a:spLocks noGrp="1"/>
          </p:cNvSpPr>
          <p:nvPr>
            <p:ph type="pic" sz="quarter" idx="48" hasCustomPrompt="1"/>
          </p:nvPr>
        </p:nvSpPr>
        <p:spPr>
          <a:xfrm>
            <a:off x="17144447" y="21949984"/>
            <a:ext cx="7154104" cy="5568009"/>
          </a:xfrm>
          <a:solidFill>
            <a:schemeClr val="bg1">
              <a:lumMod val="85000"/>
            </a:schemeClr>
          </a:solidFill>
        </p:spPr>
        <p:txBody>
          <a:bodyPr anchor="ctr"/>
          <a:lstStyle>
            <a:lvl1pPr marL="0" indent="0" algn="ctr">
              <a:buNone/>
              <a:defRPr/>
            </a:lvl1pPr>
          </a:lstStyle>
          <a:p>
            <a:r>
              <a:rPr lang="en-US" dirty="0"/>
              <a:t>Click to add image</a:t>
            </a:r>
          </a:p>
        </p:txBody>
      </p:sp>
      <p:sp>
        <p:nvSpPr>
          <p:cNvPr id="50" name="Picture Placeholder 4"/>
          <p:cNvSpPr>
            <a:spLocks noGrp="1"/>
          </p:cNvSpPr>
          <p:nvPr>
            <p:ph type="pic" sz="quarter" idx="49" hasCustomPrompt="1"/>
          </p:nvPr>
        </p:nvSpPr>
        <p:spPr>
          <a:xfrm>
            <a:off x="24764203" y="21949984"/>
            <a:ext cx="7154104" cy="5568009"/>
          </a:xfrm>
          <a:solidFill>
            <a:schemeClr val="bg1">
              <a:lumMod val="85000"/>
            </a:schemeClr>
          </a:solidFill>
        </p:spPr>
        <p:txBody>
          <a:bodyPr anchor="ctr"/>
          <a:lstStyle>
            <a:lvl1pPr marL="0" indent="0" algn="ctr">
              <a:buNone/>
              <a:defRPr/>
            </a:lvl1pPr>
          </a:lstStyle>
          <a:p>
            <a:r>
              <a:rPr lang="en-US" dirty="0"/>
              <a:t>Click to add image</a:t>
            </a:r>
          </a:p>
        </p:txBody>
      </p:sp>
      <p:sp>
        <p:nvSpPr>
          <p:cNvPr id="45" name="Text Placeholder 7"/>
          <p:cNvSpPr>
            <a:spLocks noGrp="1"/>
          </p:cNvSpPr>
          <p:nvPr>
            <p:ph type="body" sz="quarter" idx="55" hasCustomPrompt="1"/>
          </p:nvPr>
        </p:nvSpPr>
        <p:spPr>
          <a:xfrm>
            <a:off x="683867" y="34253007"/>
            <a:ext cx="10094976" cy="731520"/>
          </a:xfrm>
          <a:noFill/>
          <a:ln>
            <a:noFill/>
          </a:ln>
        </p:spPr>
        <p:txBody>
          <a:bodyPr lIns="182880" bIns="0" anchor="b" anchorCtr="0"/>
          <a:lstStyle>
            <a:lvl1pPr marL="0" indent="0" algn="l">
              <a:spcBef>
                <a:spcPts val="0"/>
              </a:spcBef>
              <a:buNone/>
              <a:defRPr sz="4200" b="1" cap="all" baseline="0">
                <a:solidFill>
                  <a:schemeClr val="tx2"/>
                </a:solidFill>
              </a:defRPr>
            </a:lvl1pPr>
            <a:lvl2pPr algn="ctr">
              <a:defRPr b="1">
                <a:solidFill>
                  <a:schemeClr val="bg1"/>
                </a:solidFill>
              </a:defRPr>
            </a:lvl2pPr>
            <a:lvl3pPr algn="ctr">
              <a:defRPr b="1">
                <a:solidFill>
                  <a:schemeClr val="bg1"/>
                </a:solidFill>
              </a:defRPr>
            </a:lvl3pPr>
            <a:lvl4pPr algn="ctr">
              <a:defRPr b="1">
                <a:solidFill>
                  <a:schemeClr val="bg1"/>
                </a:solidFill>
              </a:defRPr>
            </a:lvl4pPr>
            <a:lvl5pPr algn="ctr">
              <a:defRPr b="1">
                <a:solidFill>
                  <a:schemeClr val="bg1"/>
                </a:solidFill>
              </a:defRPr>
            </a:lvl5pPr>
          </a:lstStyle>
          <a:p>
            <a:pPr lvl="0"/>
            <a:r>
              <a:rPr lang="en-US" dirty="0"/>
              <a:t>Click to add conclusions</a:t>
            </a:r>
          </a:p>
        </p:txBody>
      </p:sp>
      <p:sp>
        <p:nvSpPr>
          <p:cNvPr id="46" name="Text Placeholder 7"/>
          <p:cNvSpPr>
            <a:spLocks noGrp="1"/>
          </p:cNvSpPr>
          <p:nvPr>
            <p:ph type="body" sz="quarter" idx="56" hasCustomPrompt="1"/>
          </p:nvPr>
        </p:nvSpPr>
        <p:spPr>
          <a:xfrm>
            <a:off x="11423845" y="34253007"/>
            <a:ext cx="10094976" cy="731520"/>
          </a:xfrm>
          <a:noFill/>
          <a:ln>
            <a:noFill/>
          </a:ln>
        </p:spPr>
        <p:txBody>
          <a:bodyPr lIns="182880" bIns="0" anchor="b" anchorCtr="0"/>
          <a:lstStyle>
            <a:lvl1pPr marL="0" indent="0" algn="l">
              <a:spcBef>
                <a:spcPts val="0"/>
              </a:spcBef>
              <a:buNone/>
              <a:defRPr sz="4200" b="1" cap="all" baseline="0">
                <a:solidFill>
                  <a:schemeClr val="tx2"/>
                </a:solidFill>
              </a:defRPr>
            </a:lvl1pPr>
            <a:lvl2pPr algn="ctr">
              <a:defRPr b="1">
                <a:solidFill>
                  <a:schemeClr val="bg1"/>
                </a:solidFill>
              </a:defRPr>
            </a:lvl2pPr>
            <a:lvl3pPr algn="ctr">
              <a:defRPr b="1">
                <a:solidFill>
                  <a:schemeClr val="bg1"/>
                </a:solidFill>
              </a:defRPr>
            </a:lvl3pPr>
            <a:lvl4pPr algn="ctr">
              <a:defRPr b="1">
                <a:solidFill>
                  <a:schemeClr val="bg1"/>
                </a:solidFill>
              </a:defRPr>
            </a:lvl4pPr>
            <a:lvl5pPr algn="ctr">
              <a:defRPr b="1">
                <a:solidFill>
                  <a:schemeClr val="bg1"/>
                </a:solidFill>
              </a:defRPr>
            </a:lvl5pPr>
          </a:lstStyle>
          <a:p>
            <a:pPr lvl="0"/>
            <a:r>
              <a:rPr lang="en-US" dirty="0"/>
              <a:t>Click to add next steps</a:t>
            </a:r>
          </a:p>
        </p:txBody>
      </p:sp>
      <p:sp>
        <p:nvSpPr>
          <p:cNvPr id="47" name="Text Placeholder 7"/>
          <p:cNvSpPr>
            <a:spLocks noGrp="1"/>
          </p:cNvSpPr>
          <p:nvPr>
            <p:ph type="body" sz="quarter" idx="57" hasCustomPrompt="1"/>
          </p:nvPr>
        </p:nvSpPr>
        <p:spPr>
          <a:xfrm>
            <a:off x="22127541" y="34253007"/>
            <a:ext cx="10094976" cy="731520"/>
          </a:xfrm>
          <a:noFill/>
          <a:ln>
            <a:noFill/>
          </a:ln>
        </p:spPr>
        <p:txBody>
          <a:bodyPr lIns="182880" bIns="0" anchor="b" anchorCtr="0"/>
          <a:lstStyle>
            <a:lvl1pPr marL="0" indent="0" algn="l">
              <a:spcBef>
                <a:spcPts val="0"/>
              </a:spcBef>
              <a:buNone/>
              <a:defRPr sz="4200" b="1" cap="all" baseline="0">
                <a:solidFill>
                  <a:schemeClr val="tx2"/>
                </a:solidFill>
              </a:defRPr>
            </a:lvl1pPr>
            <a:lvl2pPr algn="ctr">
              <a:defRPr b="1">
                <a:solidFill>
                  <a:schemeClr val="bg1"/>
                </a:solidFill>
              </a:defRPr>
            </a:lvl2pPr>
            <a:lvl3pPr algn="ctr">
              <a:defRPr b="1">
                <a:solidFill>
                  <a:schemeClr val="bg1"/>
                </a:solidFill>
              </a:defRPr>
            </a:lvl3pPr>
            <a:lvl4pPr algn="ctr">
              <a:defRPr b="1">
                <a:solidFill>
                  <a:schemeClr val="bg1"/>
                </a:solidFill>
              </a:defRPr>
            </a:lvl4pPr>
            <a:lvl5pPr algn="ctr">
              <a:defRPr b="1">
                <a:solidFill>
                  <a:schemeClr val="bg1"/>
                </a:solidFill>
              </a:defRPr>
            </a:lvl5pPr>
          </a:lstStyle>
          <a:p>
            <a:pPr lvl="0"/>
            <a:r>
              <a:rPr lang="en-US" dirty="0"/>
              <a:t>Click to add references</a:t>
            </a:r>
          </a:p>
        </p:txBody>
      </p:sp>
      <p:sp>
        <p:nvSpPr>
          <p:cNvPr id="37" name="Text Placeholder 7"/>
          <p:cNvSpPr>
            <a:spLocks noGrp="1"/>
          </p:cNvSpPr>
          <p:nvPr>
            <p:ph type="body" sz="quarter" idx="51" hasCustomPrompt="1"/>
          </p:nvPr>
        </p:nvSpPr>
        <p:spPr>
          <a:xfrm>
            <a:off x="683867" y="18181791"/>
            <a:ext cx="15425928" cy="731520"/>
          </a:xfrm>
          <a:noFill/>
          <a:ln>
            <a:noFill/>
          </a:ln>
        </p:spPr>
        <p:txBody>
          <a:bodyPr lIns="182880" bIns="0" anchor="b" anchorCtr="0"/>
          <a:lstStyle>
            <a:lvl1pPr marL="0" indent="0" algn="l">
              <a:spcBef>
                <a:spcPts val="0"/>
              </a:spcBef>
              <a:buNone/>
              <a:defRPr sz="4200" b="1" cap="all" baseline="0">
                <a:solidFill>
                  <a:schemeClr val="tx2"/>
                </a:solidFill>
              </a:defRPr>
            </a:lvl1pPr>
            <a:lvl2pPr algn="ctr">
              <a:defRPr b="1">
                <a:solidFill>
                  <a:schemeClr val="bg1"/>
                </a:solidFill>
              </a:defRPr>
            </a:lvl2pPr>
            <a:lvl3pPr algn="ctr">
              <a:defRPr b="1">
                <a:solidFill>
                  <a:schemeClr val="bg1"/>
                </a:solidFill>
              </a:defRPr>
            </a:lvl3pPr>
            <a:lvl4pPr algn="ctr">
              <a:defRPr b="1">
                <a:solidFill>
                  <a:schemeClr val="bg1"/>
                </a:solidFill>
              </a:defRPr>
            </a:lvl4pPr>
            <a:lvl5pPr algn="ctr">
              <a:defRPr b="1">
                <a:solidFill>
                  <a:schemeClr val="bg1"/>
                </a:solidFill>
              </a:defRPr>
            </a:lvl5pPr>
          </a:lstStyle>
          <a:p>
            <a:pPr lvl="0"/>
            <a:r>
              <a:rPr lang="en-US" dirty="0"/>
              <a:t>Click to add section 1</a:t>
            </a:r>
          </a:p>
        </p:txBody>
      </p:sp>
      <p:sp>
        <p:nvSpPr>
          <p:cNvPr id="41" name="Text Placeholder 7"/>
          <p:cNvSpPr>
            <a:spLocks noGrp="1"/>
          </p:cNvSpPr>
          <p:nvPr>
            <p:ph type="body" sz="quarter" idx="52" hasCustomPrompt="1"/>
          </p:nvPr>
        </p:nvSpPr>
        <p:spPr>
          <a:xfrm>
            <a:off x="16793835" y="18181791"/>
            <a:ext cx="15462504" cy="731520"/>
          </a:xfrm>
          <a:noFill/>
          <a:ln>
            <a:noFill/>
          </a:ln>
        </p:spPr>
        <p:txBody>
          <a:bodyPr lIns="182880" bIns="0" anchor="b" anchorCtr="0"/>
          <a:lstStyle>
            <a:lvl1pPr marL="0" indent="0" algn="l">
              <a:spcBef>
                <a:spcPts val="0"/>
              </a:spcBef>
              <a:buNone/>
              <a:defRPr sz="4200" b="1" cap="all" baseline="0">
                <a:solidFill>
                  <a:schemeClr val="tx2"/>
                </a:solidFill>
              </a:defRPr>
            </a:lvl1pPr>
            <a:lvl2pPr algn="ctr">
              <a:defRPr b="1">
                <a:solidFill>
                  <a:schemeClr val="bg1"/>
                </a:solidFill>
              </a:defRPr>
            </a:lvl2pPr>
            <a:lvl3pPr algn="ctr">
              <a:defRPr b="1">
                <a:solidFill>
                  <a:schemeClr val="bg1"/>
                </a:solidFill>
              </a:defRPr>
            </a:lvl3pPr>
            <a:lvl4pPr algn="ctr">
              <a:defRPr b="1">
                <a:solidFill>
                  <a:schemeClr val="bg1"/>
                </a:solidFill>
              </a:defRPr>
            </a:lvl4pPr>
            <a:lvl5pPr algn="ctr">
              <a:defRPr b="1">
                <a:solidFill>
                  <a:schemeClr val="bg1"/>
                </a:solidFill>
              </a:defRPr>
            </a:lvl5pPr>
          </a:lstStyle>
          <a:p>
            <a:pPr lvl="0"/>
            <a:r>
              <a:rPr lang="en-US" dirty="0"/>
              <a:t>Click to add section 2</a:t>
            </a:r>
          </a:p>
        </p:txBody>
      </p:sp>
      <p:sp>
        <p:nvSpPr>
          <p:cNvPr id="36" name="Text Placeholder 7"/>
          <p:cNvSpPr>
            <a:spLocks noGrp="1"/>
          </p:cNvSpPr>
          <p:nvPr>
            <p:ph type="body" sz="quarter" idx="50" hasCustomPrompt="1"/>
          </p:nvPr>
        </p:nvSpPr>
        <p:spPr>
          <a:xfrm>
            <a:off x="683866" y="7323581"/>
            <a:ext cx="15425928" cy="731520"/>
          </a:xfrm>
          <a:noFill/>
          <a:ln>
            <a:noFill/>
          </a:ln>
        </p:spPr>
        <p:txBody>
          <a:bodyPr lIns="182880" bIns="0" anchor="b" anchorCtr="0"/>
          <a:lstStyle>
            <a:lvl1pPr marL="0" indent="0" algn="l">
              <a:spcBef>
                <a:spcPts val="0"/>
              </a:spcBef>
              <a:buNone/>
              <a:defRPr sz="4200" b="1" cap="all" baseline="0">
                <a:solidFill>
                  <a:schemeClr val="tx2"/>
                </a:solidFill>
              </a:defRPr>
            </a:lvl1pPr>
            <a:lvl2pPr algn="ctr">
              <a:defRPr b="1">
                <a:solidFill>
                  <a:schemeClr val="bg1"/>
                </a:solidFill>
              </a:defRPr>
            </a:lvl2pPr>
            <a:lvl3pPr algn="ctr">
              <a:defRPr b="1">
                <a:solidFill>
                  <a:schemeClr val="bg1"/>
                </a:solidFill>
              </a:defRPr>
            </a:lvl3pPr>
            <a:lvl4pPr algn="ctr">
              <a:defRPr b="1">
                <a:solidFill>
                  <a:schemeClr val="bg1"/>
                </a:solidFill>
              </a:defRPr>
            </a:lvl4pPr>
            <a:lvl5pPr algn="ctr">
              <a:defRPr b="1">
                <a:solidFill>
                  <a:schemeClr val="bg1"/>
                </a:solidFill>
              </a:defRPr>
            </a:lvl5pPr>
          </a:lstStyle>
          <a:p>
            <a:pPr lvl="0"/>
            <a:r>
              <a:rPr lang="en-US" dirty="0"/>
              <a:t>Click to add abstract</a:t>
            </a:r>
          </a:p>
        </p:txBody>
      </p:sp>
      <p:sp>
        <p:nvSpPr>
          <p:cNvPr id="43" name="Text Placeholder 7"/>
          <p:cNvSpPr>
            <a:spLocks noGrp="1"/>
          </p:cNvSpPr>
          <p:nvPr>
            <p:ph type="body" sz="quarter" idx="53" hasCustomPrompt="1"/>
          </p:nvPr>
        </p:nvSpPr>
        <p:spPr>
          <a:xfrm>
            <a:off x="16763074" y="7323580"/>
            <a:ext cx="7415784" cy="731520"/>
          </a:xfrm>
          <a:noFill/>
          <a:ln>
            <a:noFill/>
          </a:ln>
        </p:spPr>
        <p:txBody>
          <a:bodyPr lIns="182880" bIns="0" anchor="b" anchorCtr="0"/>
          <a:lstStyle>
            <a:lvl1pPr marL="0" indent="0" algn="l">
              <a:spcBef>
                <a:spcPts val="0"/>
              </a:spcBef>
              <a:buNone/>
              <a:defRPr sz="4200" b="1" cap="all" baseline="0">
                <a:solidFill>
                  <a:schemeClr val="tx2"/>
                </a:solidFill>
              </a:defRPr>
            </a:lvl1pPr>
            <a:lvl2pPr algn="ctr">
              <a:defRPr b="1">
                <a:solidFill>
                  <a:schemeClr val="bg1"/>
                </a:solidFill>
              </a:defRPr>
            </a:lvl2pPr>
            <a:lvl3pPr algn="ctr">
              <a:defRPr b="1">
                <a:solidFill>
                  <a:schemeClr val="bg1"/>
                </a:solidFill>
              </a:defRPr>
            </a:lvl3pPr>
            <a:lvl4pPr algn="ctr">
              <a:defRPr b="1">
                <a:solidFill>
                  <a:schemeClr val="bg1"/>
                </a:solidFill>
              </a:defRPr>
            </a:lvl4pPr>
            <a:lvl5pPr algn="ctr">
              <a:defRPr b="1">
                <a:solidFill>
                  <a:schemeClr val="bg1"/>
                </a:solidFill>
              </a:defRPr>
            </a:lvl5pPr>
          </a:lstStyle>
          <a:p>
            <a:pPr lvl="0"/>
            <a:r>
              <a:rPr lang="en-US" dirty="0"/>
              <a:t>Click  add motivation</a:t>
            </a:r>
          </a:p>
        </p:txBody>
      </p:sp>
      <p:sp>
        <p:nvSpPr>
          <p:cNvPr id="44" name="Text Placeholder 7"/>
          <p:cNvSpPr>
            <a:spLocks noGrp="1"/>
          </p:cNvSpPr>
          <p:nvPr>
            <p:ph type="body" sz="quarter" idx="54" hasCustomPrompt="1"/>
          </p:nvPr>
        </p:nvSpPr>
        <p:spPr>
          <a:xfrm>
            <a:off x="24843831" y="7323580"/>
            <a:ext cx="7415784" cy="731520"/>
          </a:xfrm>
          <a:noFill/>
          <a:ln>
            <a:noFill/>
          </a:ln>
        </p:spPr>
        <p:txBody>
          <a:bodyPr lIns="182880" bIns="0" anchor="b" anchorCtr="0"/>
          <a:lstStyle>
            <a:lvl1pPr marL="0" indent="0" algn="l">
              <a:spcBef>
                <a:spcPts val="0"/>
              </a:spcBef>
              <a:buNone/>
              <a:defRPr sz="4200" b="1" cap="all" baseline="0">
                <a:solidFill>
                  <a:schemeClr val="tx2"/>
                </a:solidFill>
              </a:defRPr>
            </a:lvl1pPr>
            <a:lvl2pPr algn="ctr">
              <a:defRPr b="1">
                <a:solidFill>
                  <a:schemeClr val="bg1"/>
                </a:solidFill>
              </a:defRPr>
            </a:lvl2pPr>
            <a:lvl3pPr algn="ctr">
              <a:defRPr b="1">
                <a:solidFill>
                  <a:schemeClr val="bg1"/>
                </a:solidFill>
              </a:defRPr>
            </a:lvl3pPr>
            <a:lvl4pPr algn="ctr">
              <a:defRPr b="1">
                <a:solidFill>
                  <a:schemeClr val="bg1"/>
                </a:solidFill>
              </a:defRPr>
            </a:lvl4pPr>
            <a:lvl5pPr algn="ctr">
              <a:defRPr b="1">
                <a:solidFill>
                  <a:schemeClr val="bg1"/>
                </a:solidFill>
              </a:defRPr>
            </a:lvl5pPr>
          </a:lstStyle>
          <a:p>
            <a:pPr lvl="0"/>
            <a:r>
              <a:rPr lang="en-US" dirty="0"/>
              <a:t>Click to add methods</a:t>
            </a:r>
          </a:p>
        </p:txBody>
      </p:sp>
      <p:sp>
        <p:nvSpPr>
          <p:cNvPr id="58" name="Picture Placeholder 4"/>
          <p:cNvSpPr>
            <a:spLocks noGrp="1"/>
          </p:cNvSpPr>
          <p:nvPr>
            <p:ph type="pic" sz="quarter" idx="46" hasCustomPrompt="1"/>
          </p:nvPr>
        </p:nvSpPr>
        <p:spPr>
          <a:xfrm>
            <a:off x="17144447" y="28087325"/>
            <a:ext cx="7154104" cy="5249587"/>
          </a:xfrm>
          <a:solidFill>
            <a:schemeClr val="bg1">
              <a:lumMod val="85000"/>
            </a:schemeClr>
          </a:solidFill>
        </p:spPr>
        <p:txBody>
          <a:bodyPr anchor="ctr"/>
          <a:lstStyle>
            <a:lvl1pPr marL="0" indent="0" algn="ctr">
              <a:buNone/>
              <a:defRPr/>
            </a:lvl1pPr>
          </a:lstStyle>
          <a:p>
            <a:r>
              <a:rPr lang="en-US" dirty="0"/>
              <a:t>Click to add image</a:t>
            </a:r>
          </a:p>
        </p:txBody>
      </p:sp>
      <p:sp>
        <p:nvSpPr>
          <p:cNvPr id="59" name="Picture Placeholder 4"/>
          <p:cNvSpPr>
            <a:spLocks noGrp="1"/>
          </p:cNvSpPr>
          <p:nvPr>
            <p:ph type="pic" sz="quarter" idx="47" hasCustomPrompt="1"/>
          </p:nvPr>
        </p:nvSpPr>
        <p:spPr>
          <a:xfrm>
            <a:off x="24764203" y="28087325"/>
            <a:ext cx="7154104" cy="5249587"/>
          </a:xfrm>
          <a:solidFill>
            <a:schemeClr val="bg1">
              <a:lumMod val="85000"/>
            </a:schemeClr>
          </a:solidFill>
        </p:spPr>
        <p:txBody>
          <a:bodyPr anchor="ctr"/>
          <a:lstStyle>
            <a:lvl1pPr marL="0" indent="0" algn="ctr">
              <a:buNone/>
              <a:defRPr/>
            </a:lvl1pPr>
          </a:lstStyle>
          <a:p>
            <a:r>
              <a:rPr lang="en-US" dirty="0"/>
              <a:t>Click to add image</a:t>
            </a:r>
          </a:p>
        </p:txBody>
      </p:sp>
      <p:sp>
        <p:nvSpPr>
          <p:cNvPr id="35" name="Content Placeholder 2"/>
          <p:cNvSpPr>
            <a:spLocks noGrp="1"/>
          </p:cNvSpPr>
          <p:nvPr>
            <p:ph idx="69" hasCustomPrompt="1"/>
          </p:nvPr>
        </p:nvSpPr>
        <p:spPr>
          <a:xfrm>
            <a:off x="683867" y="34253007"/>
            <a:ext cx="10094976" cy="6680526"/>
          </a:xfrm>
          <a:ln w="3175" cmpd="sng">
            <a:solidFill>
              <a:schemeClr val="tx1">
                <a:lumMod val="40000"/>
                <a:lumOff val="60000"/>
              </a:schemeClr>
            </a:solidFill>
          </a:ln>
        </p:spPr>
        <p:txBody>
          <a:bodyPr lIns="256002" tIns="768008" rIns="256002" bIns="256002"/>
          <a:lstStyle>
            <a:lvl1pPr marL="347663" indent="-347663">
              <a:lnSpc>
                <a:spcPct val="95000"/>
              </a:lnSpc>
              <a:spcBef>
                <a:spcPts val="1200"/>
              </a:spcBef>
              <a:buFont typeface="Wingdings" pitchFamily="2" charset="2"/>
              <a:buChar char="§"/>
              <a:defRPr sz="3200" b="0" baseline="0">
                <a:solidFill>
                  <a:schemeClr val="tx1">
                    <a:lumMod val="50000"/>
                  </a:schemeClr>
                </a:solidFill>
              </a:defRPr>
            </a:lvl1pPr>
            <a:lvl2pPr marL="852488" indent="-395288">
              <a:lnSpc>
                <a:spcPct val="95000"/>
              </a:lnSpc>
              <a:buFont typeface="Arial" pitchFamily="34" charset="0"/>
              <a:buChar char="−"/>
              <a:defRPr sz="3200"/>
            </a:lvl2pPr>
            <a:lvl3pPr marL="1262063" indent="-288925">
              <a:lnSpc>
                <a:spcPct val="95000"/>
              </a:lnSpc>
              <a:buFont typeface="Arial" pitchFamily="34" charset="0"/>
              <a:buChar char="•"/>
              <a:defRPr sz="3200"/>
            </a:lvl3pPr>
            <a:lvl4pPr marL="1717675" indent="-347663">
              <a:lnSpc>
                <a:spcPct val="95000"/>
              </a:lnSpc>
              <a:buFont typeface="Arial" pitchFamily="34" charset="0"/>
              <a:buChar char="−"/>
              <a:defRPr sz="3200"/>
            </a:lvl4pPr>
            <a:lvl5pPr marL="2057400" indent="-315913">
              <a:lnSpc>
                <a:spcPct val="95000"/>
              </a:lnSpc>
              <a:tabLst/>
              <a:defRPr sz="32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3330459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13824" userDrawn="1">
          <p15:clr>
            <a:srgbClr val="FBAE40"/>
          </p15:clr>
        </p15:guide>
        <p15:guide id="2" pos="1036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lorful-Boxed Headings">
    <p:spTree>
      <p:nvGrpSpPr>
        <p:cNvPr id="1" name=""/>
        <p:cNvGrpSpPr/>
        <p:nvPr/>
      </p:nvGrpSpPr>
      <p:grpSpPr>
        <a:xfrm>
          <a:off x="0" y="0"/>
          <a:ext cx="0" cy="0"/>
          <a:chOff x="0" y="0"/>
          <a:chExt cx="0" cy="0"/>
        </a:xfrm>
      </p:grpSpPr>
      <p:sp>
        <p:nvSpPr>
          <p:cNvPr id="48" name="Content Placeholder 2"/>
          <p:cNvSpPr>
            <a:spLocks noGrp="1"/>
          </p:cNvSpPr>
          <p:nvPr>
            <p:ph idx="71" hasCustomPrompt="1"/>
          </p:nvPr>
        </p:nvSpPr>
        <p:spPr>
          <a:xfrm>
            <a:off x="22127541" y="34253007"/>
            <a:ext cx="10094976" cy="6680526"/>
          </a:xfrm>
          <a:ln w="3175" cmpd="sng">
            <a:solidFill>
              <a:schemeClr val="tx1">
                <a:lumMod val="40000"/>
                <a:lumOff val="60000"/>
              </a:schemeClr>
            </a:solidFill>
          </a:ln>
        </p:spPr>
        <p:txBody>
          <a:bodyPr lIns="256002" tIns="768008" rIns="256002" bIns="256002"/>
          <a:lstStyle>
            <a:lvl1pPr marL="347663" indent="-347663">
              <a:lnSpc>
                <a:spcPct val="95000"/>
              </a:lnSpc>
              <a:spcBef>
                <a:spcPts val="0"/>
              </a:spcBef>
              <a:buFont typeface="Wingdings" pitchFamily="2" charset="2"/>
              <a:buChar char="§"/>
              <a:defRPr sz="3200" b="0" baseline="0">
                <a:solidFill>
                  <a:schemeClr val="tx1">
                    <a:lumMod val="50000"/>
                  </a:schemeClr>
                </a:solidFill>
              </a:defRPr>
            </a:lvl1pPr>
            <a:lvl2pPr marL="852488" indent="-395288">
              <a:lnSpc>
                <a:spcPct val="95000"/>
              </a:lnSpc>
              <a:buFont typeface="Arial" pitchFamily="34" charset="0"/>
              <a:buChar char="−"/>
              <a:defRPr sz="3200"/>
            </a:lvl2pPr>
            <a:lvl3pPr marL="1262063" indent="-288925">
              <a:lnSpc>
                <a:spcPct val="95000"/>
              </a:lnSpc>
              <a:buFont typeface="Arial" pitchFamily="34" charset="0"/>
              <a:buChar char="•"/>
              <a:defRPr sz="3200"/>
            </a:lvl3pPr>
            <a:lvl4pPr marL="1717675" indent="-347663">
              <a:lnSpc>
                <a:spcPct val="95000"/>
              </a:lnSpc>
              <a:buFont typeface="Arial" pitchFamily="34" charset="0"/>
              <a:buChar char="−"/>
              <a:defRPr sz="3200"/>
            </a:lvl4pPr>
            <a:lvl5pPr marL="2057400" indent="-315913">
              <a:lnSpc>
                <a:spcPct val="95000"/>
              </a:lnSpc>
              <a:tabLst/>
              <a:defRPr sz="32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2" name="Content Placeholder 2"/>
          <p:cNvSpPr>
            <a:spLocks noGrp="1"/>
          </p:cNvSpPr>
          <p:nvPr>
            <p:ph idx="70" hasCustomPrompt="1"/>
          </p:nvPr>
        </p:nvSpPr>
        <p:spPr>
          <a:xfrm>
            <a:off x="11423845" y="34253007"/>
            <a:ext cx="10094976" cy="6680526"/>
          </a:xfrm>
          <a:ln w="3175" cmpd="sng">
            <a:solidFill>
              <a:schemeClr val="tx1">
                <a:lumMod val="40000"/>
                <a:lumOff val="60000"/>
              </a:schemeClr>
            </a:solidFill>
          </a:ln>
        </p:spPr>
        <p:txBody>
          <a:bodyPr lIns="256002" tIns="768008" rIns="256002" bIns="256002"/>
          <a:lstStyle>
            <a:lvl1pPr marL="347663" indent="-347663">
              <a:lnSpc>
                <a:spcPct val="95000"/>
              </a:lnSpc>
              <a:spcBef>
                <a:spcPts val="1200"/>
              </a:spcBef>
              <a:buFont typeface="Wingdings" pitchFamily="2" charset="2"/>
              <a:buChar char="§"/>
              <a:defRPr sz="3200" b="0" baseline="0">
                <a:solidFill>
                  <a:schemeClr val="tx1">
                    <a:lumMod val="50000"/>
                  </a:schemeClr>
                </a:solidFill>
              </a:defRPr>
            </a:lvl1pPr>
            <a:lvl2pPr marL="852488" indent="-395288">
              <a:lnSpc>
                <a:spcPct val="95000"/>
              </a:lnSpc>
              <a:buFont typeface="Arial" pitchFamily="34" charset="0"/>
              <a:buChar char="−"/>
              <a:defRPr sz="3200"/>
            </a:lvl2pPr>
            <a:lvl3pPr marL="1262063" indent="-288925">
              <a:lnSpc>
                <a:spcPct val="95000"/>
              </a:lnSpc>
              <a:buFont typeface="Arial" pitchFamily="34" charset="0"/>
              <a:buChar char="•"/>
              <a:defRPr sz="3200"/>
            </a:lvl3pPr>
            <a:lvl4pPr marL="1717675" indent="-347663">
              <a:lnSpc>
                <a:spcPct val="95000"/>
              </a:lnSpc>
              <a:buFont typeface="Arial" pitchFamily="34" charset="0"/>
              <a:buChar char="−"/>
              <a:defRPr sz="3200"/>
            </a:lvl4pPr>
            <a:lvl5pPr marL="2057400" indent="-315913">
              <a:lnSpc>
                <a:spcPct val="95000"/>
              </a:lnSpc>
              <a:tabLst/>
              <a:defRPr sz="32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Content Placeholder 2"/>
          <p:cNvSpPr>
            <a:spLocks noGrp="1"/>
          </p:cNvSpPr>
          <p:nvPr>
            <p:ph idx="69" hasCustomPrompt="1"/>
          </p:nvPr>
        </p:nvSpPr>
        <p:spPr>
          <a:xfrm>
            <a:off x="683867" y="34253007"/>
            <a:ext cx="10094976" cy="6680526"/>
          </a:xfrm>
          <a:ln w="3175" cmpd="sng">
            <a:solidFill>
              <a:schemeClr val="tx1">
                <a:lumMod val="40000"/>
                <a:lumOff val="60000"/>
              </a:schemeClr>
            </a:solidFill>
          </a:ln>
        </p:spPr>
        <p:txBody>
          <a:bodyPr lIns="256002" tIns="768008" rIns="256002" bIns="256002"/>
          <a:lstStyle>
            <a:lvl1pPr marL="347663" indent="-347663">
              <a:lnSpc>
                <a:spcPct val="95000"/>
              </a:lnSpc>
              <a:spcBef>
                <a:spcPts val="1200"/>
              </a:spcBef>
              <a:buFont typeface="Wingdings" pitchFamily="2" charset="2"/>
              <a:buChar char="§"/>
              <a:defRPr sz="3200" b="0" baseline="0">
                <a:solidFill>
                  <a:schemeClr val="tx1">
                    <a:lumMod val="50000"/>
                  </a:schemeClr>
                </a:solidFill>
              </a:defRPr>
            </a:lvl1pPr>
            <a:lvl2pPr marL="852488" indent="-395288">
              <a:lnSpc>
                <a:spcPct val="95000"/>
              </a:lnSpc>
              <a:buFont typeface="Arial" pitchFamily="34" charset="0"/>
              <a:buChar char="−"/>
              <a:defRPr sz="3200"/>
            </a:lvl2pPr>
            <a:lvl3pPr marL="1262063" indent="-288925">
              <a:lnSpc>
                <a:spcPct val="95000"/>
              </a:lnSpc>
              <a:buFont typeface="Arial" pitchFamily="34" charset="0"/>
              <a:buChar char="•"/>
              <a:defRPr sz="3200"/>
            </a:lvl3pPr>
            <a:lvl4pPr marL="1717675" indent="-347663">
              <a:lnSpc>
                <a:spcPct val="95000"/>
              </a:lnSpc>
              <a:buFont typeface="Arial" pitchFamily="34" charset="0"/>
              <a:buChar char="−"/>
              <a:defRPr sz="3200"/>
            </a:lvl4pPr>
            <a:lvl5pPr marL="2057400" indent="-315913">
              <a:lnSpc>
                <a:spcPct val="95000"/>
              </a:lnSpc>
              <a:tabLst/>
              <a:defRPr sz="32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4" name="Content Placeholder 2"/>
          <p:cNvSpPr>
            <a:spLocks noGrp="1"/>
          </p:cNvSpPr>
          <p:nvPr>
            <p:ph idx="68" hasCustomPrompt="1"/>
          </p:nvPr>
        </p:nvSpPr>
        <p:spPr>
          <a:xfrm>
            <a:off x="16793834" y="18181791"/>
            <a:ext cx="15465780" cy="15418085"/>
          </a:xfrm>
          <a:ln w="3175" cmpd="sng">
            <a:solidFill>
              <a:schemeClr val="tx1">
                <a:lumMod val="40000"/>
                <a:lumOff val="60000"/>
              </a:schemeClr>
            </a:solidFill>
          </a:ln>
        </p:spPr>
        <p:txBody>
          <a:bodyPr lIns="256002" tIns="768008" rIns="256002" bIns="256002"/>
          <a:lstStyle>
            <a:lvl1pPr marL="347663" indent="-347663">
              <a:lnSpc>
                <a:spcPct val="95000"/>
              </a:lnSpc>
              <a:spcBef>
                <a:spcPts val="1200"/>
              </a:spcBef>
              <a:buFont typeface="Wingdings" pitchFamily="2" charset="2"/>
              <a:buChar char="§"/>
              <a:defRPr sz="3200" b="0" baseline="0">
                <a:solidFill>
                  <a:schemeClr val="tx1">
                    <a:lumMod val="50000"/>
                  </a:schemeClr>
                </a:solidFill>
              </a:defRPr>
            </a:lvl1pPr>
            <a:lvl2pPr marL="852488" indent="-395288">
              <a:lnSpc>
                <a:spcPct val="95000"/>
              </a:lnSpc>
              <a:buFont typeface="Arial" pitchFamily="34" charset="0"/>
              <a:buChar char="−"/>
              <a:defRPr sz="3200"/>
            </a:lvl2pPr>
            <a:lvl3pPr marL="1262063" indent="-288925">
              <a:lnSpc>
                <a:spcPct val="95000"/>
              </a:lnSpc>
              <a:buFont typeface="Arial" pitchFamily="34" charset="0"/>
              <a:buChar char="•"/>
              <a:defRPr sz="3200"/>
            </a:lvl3pPr>
            <a:lvl4pPr marL="1717675" indent="-347663">
              <a:lnSpc>
                <a:spcPct val="95000"/>
              </a:lnSpc>
              <a:buFont typeface="Arial" pitchFamily="34" charset="0"/>
              <a:buChar char="−"/>
              <a:defRPr sz="3200"/>
            </a:lvl4pPr>
            <a:lvl5pPr marL="2057400" indent="-315913">
              <a:lnSpc>
                <a:spcPct val="95000"/>
              </a:lnSpc>
              <a:tabLst/>
              <a:defRPr sz="32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3" name="Content Placeholder 2"/>
          <p:cNvSpPr>
            <a:spLocks noGrp="1"/>
          </p:cNvSpPr>
          <p:nvPr>
            <p:ph idx="67" hasCustomPrompt="1"/>
          </p:nvPr>
        </p:nvSpPr>
        <p:spPr>
          <a:xfrm>
            <a:off x="683867" y="18181791"/>
            <a:ext cx="15423448" cy="15418085"/>
          </a:xfrm>
          <a:ln w="3175" cmpd="sng">
            <a:solidFill>
              <a:schemeClr val="tx1">
                <a:lumMod val="40000"/>
                <a:lumOff val="60000"/>
              </a:schemeClr>
            </a:solidFill>
          </a:ln>
        </p:spPr>
        <p:txBody>
          <a:bodyPr lIns="256002" tIns="768008" rIns="256002" bIns="256002"/>
          <a:lstStyle>
            <a:lvl1pPr marL="347663" indent="-347663">
              <a:lnSpc>
                <a:spcPct val="95000"/>
              </a:lnSpc>
              <a:spcBef>
                <a:spcPts val="1200"/>
              </a:spcBef>
              <a:buFont typeface="Wingdings" pitchFamily="2" charset="2"/>
              <a:buChar char="§"/>
              <a:defRPr sz="3200" b="0" baseline="0">
                <a:solidFill>
                  <a:schemeClr val="tx1">
                    <a:lumMod val="50000"/>
                  </a:schemeClr>
                </a:solidFill>
              </a:defRPr>
            </a:lvl1pPr>
            <a:lvl2pPr marL="852488" indent="-395288">
              <a:lnSpc>
                <a:spcPct val="95000"/>
              </a:lnSpc>
              <a:buFont typeface="Arial" pitchFamily="34" charset="0"/>
              <a:buChar char="−"/>
              <a:defRPr sz="3200"/>
            </a:lvl2pPr>
            <a:lvl3pPr marL="1262063" indent="-288925">
              <a:lnSpc>
                <a:spcPct val="95000"/>
              </a:lnSpc>
              <a:buFont typeface="Arial" pitchFamily="34" charset="0"/>
              <a:buChar char="•"/>
              <a:defRPr sz="3200"/>
            </a:lvl3pPr>
            <a:lvl4pPr marL="1717675" indent="-347663">
              <a:lnSpc>
                <a:spcPct val="95000"/>
              </a:lnSpc>
              <a:buFont typeface="Arial" pitchFamily="34" charset="0"/>
              <a:buChar char="−"/>
              <a:defRPr sz="3200"/>
            </a:lvl4pPr>
            <a:lvl5pPr marL="2057400" indent="-315913">
              <a:lnSpc>
                <a:spcPct val="95000"/>
              </a:lnSpc>
              <a:tabLst/>
              <a:defRPr sz="32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Content Placeholder 2"/>
          <p:cNvSpPr>
            <a:spLocks noGrp="1"/>
          </p:cNvSpPr>
          <p:nvPr>
            <p:ph idx="65" hasCustomPrompt="1"/>
          </p:nvPr>
        </p:nvSpPr>
        <p:spPr>
          <a:xfrm>
            <a:off x="16763074" y="7315200"/>
            <a:ext cx="7415784" cy="10213848"/>
          </a:xfrm>
          <a:ln w="3175" cmpd="sng">
            <a:solidFill>
              <a:schemeClr val="tx1">
                <a:lumMod val="40000"/>
                <a:lumOff val="60000"/>
              </a:schemeClr>
            </a:solidFill>
          </a:ln>
        </p:spPr>
        <p:txBody>
          <a:bodyPr lIns="256002" tIns="768008" rIns="256002" bIns="256002"/>
          <a:lstStyle>
            <a:lvl1pPr marL="347663" indent="-347663">
              <a:lnSpc>
                <a:spcPct val="95000"/>
              </a:lnSpc>
              <a:spcBef>
                <a:spcPts val="1200"/>
              </a:spcBef>
              <a:buFont typeface="Wingdings" pitchFamily="2" charset="2"/>
              <a:buChar char="§"/>
              <a:defRPr sz="3200" b="0" baseline="0">
                <a:solidFill>
                  <a:schemeClr val="tx1">
                    <a:lumMod val="50000"/>
                  </a:schemeClr>
                </a:solidFill>
              </a:defRPr>
            </a:lvl1pPr>
            <a:lvl2pPr marL="852488" indent="-395288">
              <a:lnSpc>
                <a:spcPct val="95000"/>
              </a:lnSpc>
              <a:buFont typeface="Arial" pitchFamily="34" charset="0"/>
              <a:buChar char="−"/>
              <a:defRPr sz="3200"/>
            </a:lvl2pPr>
            <a:lvl3pPr marL="1262063" indent="-288925">
              <a:lnSpc>
                <a:spcPct val="95000"/>
              </a:lnSpc>
              <a:buFont typeface="Arial" pitchFamily="34" charset="0"/>
              <a:buChar char="•"/>
              <a:defRPr sz="3200"/>
            </a:lvl3pPr>
            <a:lvl4pPr marL="1717675" indent="-347663">
              <a:lnSpc>
                <a:spcPct val="95000"/>
              </a:lnSpc>
              <a:buFont typeface="Arial" pitchFamily="34" charset="0"/>
              <a:buChar char="−"/>
              <a:defRPr sz="3200"/>
            </a:lvl4pPr>
            <a:lvl5pPr marL="2057400" indent="-315913">
              <a:lnSpc>
                <a:spcPct val="95000"/>
              </a:lnSpc>
              <a:tabLst/>
              <a:defRPr sz="32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2" name="Content Placeholder 2"/>
          <p:cNvSpPr>
            <a:spLocks noGrp="1"/>
          </p:cNvSpPr>
          <p:nvPr>
            <p:ph idx="66" hasCustomPrompt="1"/>
          </p:nvPr>
        </p:nvSpPr>
        <p:spPr>
          <a:xfrm>
            <a:off x="24843831" y="7315200"/>
            <a:ext cx="7415784" cy="10213848"/>
          </a:xfrm>
          <a:ln w="3175" cmpd="sng">
            <a:solidFill>
              <a:schemeClr val="tx1">
                <a:lumMod val="40000"/>
                <a:lumOff val="60000"/>
              </a:schemeClr>
            </a:solidFill>
          </a:ln>
        </p:spPr>
        <p:txBody>
          <a:bodyPr lIns="256002" tIns="768008" rIns="256002" bIns="256002"/>
          <a:lstStyle>
            <a:lvl1pPr marL="347663" indent="-347663">
              <a:lnSpc>
                <a:spcPct val="95000"/>
              </a:lnSpc>
              <a:spcBef>
                <a:spcPts val="1200"/>
              </a:spcBef>
              <a:buFont typeface="Wingdings" pitchFamily="2" charset="2"/>
              <a:buChar char="§"/>
              <a:defRPr sz="3200" b="0" baseline="0">
                <a:solidFill>
                  <a:schemeClr val="tx1">
                    <a:lumMod val="50000"/>
                  </a:schemeClr>
                </a:solidFill>
              </a:defRPr>
            </a:lvl1pPr>
            <a:lvl2pPr marL="852488" indent="-395288">
              <a:lnSpc>
                <a:spcPct val="95000"/>
              </a:lnSpc>
              <a:buFont typeface="Arial" pitchFamily="34" charset="0"/>
              <a:buChar char="−"/>
              <a:defRPr sz="3200"/>
            </a:lvl2pPr>
            <a:lvl3pPr marL="1262063" indent="-288925">
              <a:lnSpc>
                <a:spcPct val="95000"/>
              </a:lnSpc>
              <a:buFont typeface="Arial" pitchFamily="34" charset="0"/>
              <a:buChar char="•"/>
              <a:defRPr sz="3200"/>
            </a:lvl3pPr>
            <a:lvl4pPr marL="1717675" indent="-347663">
              <a:lnSpc>
                <a:spcPct val="95000"/>
              </a:lnSpc>
              <a:buFont typeface="Arial" pitchFamily="34" charset="0"/>
              <a:buChar char="−"/>
              <a:defRPr sz="3200"/>
            </a:lvl4pPr>
            <a:lvl5pPr marL="2057400" indent="-315913">
              <a:lnSpc>
                <a:spcPct val="95000"/>
              </a:lnSpc>
              <a:tabLst/>
              <a:defRPr sz="32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p:nvPr userDrawn="1"/>
        </p:nvSpPr>
        <p:spPr>
          <a:xfrm>
            <a:off x="5" y="-1"/>
            <a:ext cx="32918400" cy="4797880"/>
          </a:xfrm>
          <a:prstGeom prst="rect">
            <a:avLst/>
          </a:prstGeom>
          <a:solidFill>
            <a:schemeClr val="accent2"/>
          </a:solidFill>
        </p:spPr>
        <p:txBody>
          <a:bodyPr vert="horz" lIns="0" tIns="0" rIns="0" bIns="0" rtlCol="0" anchor="t" anchorCtr="0">
            <a:noAutofit/>
          </a:bodyPr>
          <a:lstStyle/>
          <a:p>
            <a:pPr algn="r" defTabSz="1624898">
              <a:spcBef>
                <a:spcPts val="2129"/>
              </a:spcBef>
              <a:buFont typeface="Wingdings" pitchFamily="2" charset="2"/>
              <a:buNone/>
            </a:pPr>
            <a:endParaRPr lang="en-US" sz="400" b="1">
              <a:solidFill>
                <a:srgbClr val="FFFFFF"/>
              </a:solidFill>
            </a:endParaRPr>
          </a:p>
        </p:txBody>
      </p:sp>
      <p:sp>
        <p:nvSpPr>
          <p:cNvPr id="28" name="Rectangle 27"/>
          <p:cNvSpPr/>
          <p:nvPr userDrawn="1"/>
        </p:nvSpPr>
        <p:spPr>
          <a:xfrm>
            <a:off x="0" y="4760252"/>
            <a:ext cx="32918400" cy="1991833"/>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1624898" tIns="162487" rIns="324977" bIns="162487" rtlCol="0" anchor="ctr"/>
          <a:lstStyle/>
          <a:p>
            <a:pPr defTabSz="3249793"/>
            <a:endParaRPr lang="en-US" sz="2800" dirty="0">
              <a:solidFill>
                <a:srgbClr val="FFFFFF"/>
              </a:solidFill>
            </a:endParaRPr>
          </a:p>
        </p:txBody>
      </p:sp>
      <p:sp>
        <p:nvSpPr>
          <p:cNvPr id="2" name="Title 1"/>
          <p:cNvSpPr>
            <a:spLocks noGrp="1"/>
          </p:cNvSpPr>
          <p:nvPr userDrawn="1">
            <p:ph type="title" hasCustomPrompt="1"/>
          </p:nvPr>
        </p:nvSpPr>
        <p:spPr>
          <a:xfrm>
            <a:off x="1382919" y="898525"/>
            <a:ext cx="30836961" cy="2631971"/>
          </a:xfrm>
        </p:spPr>
        <p:txBody>
          <a:bodyPr anchor="b"/>
          <a:lstStyle>
            <a:lvl1pPr>
              <a:defRPr lang="en-US" sz="10000" b="1" kern="1200" cap="all" baseline="0" dirty="0">
                <a:solidFill>
                  <a:schemeClr val="bg1"/>
                </a:solidFill>
                <a:latin typeface="+mj-lt"/>
                <a:ea typeface="ＭＳ Ｐゴシック" charset="0"/>
                <a:cs typeface="ＭＳ Ｐゴシック" charset="0"/>
              </a:defRPr>
            </a:lvl1pPr>
          </a:lstStyle>
          <a:p>
            <a:r>
              <a:rPr lang="en-US" dirty="0"/>
              <a:t>BASIC CONTENT SLIDE</a:t>
            </a:r>
            <a:br>
              <a:rPr lang="en-US" dirty="0"/>
            </a:br>
            <a:r>
              <a:rPr lang="en-US" dirty="0"/>
              <a:t>one or two lines for headline</a:t>
            </a:r>
          </a:p>
        </p:txBody>
      </p:sp>
      <p:sp>
        <p:nvSpPr>
          <p:cNvPr id="11" name="Text Placeholder 10"/>
          <p:cNvSpPr>
            <a:spLocks noGrp="1"/>
          </p:cNvSpPr>
          <p:nvPr userDrawn="1">
            <p:ph type="body" sz="quarter" idx="26" hasCustomPrompt="1"/>
          </p:nvPr>
        </p:nvSpPr>
        <p:spPr>
          <a:xfrm>
            <a:off x="1382918" y="3662893"/>
            <a:ext cx="30817421" cy="855566"/>
          </a:xfrm>
        </p:spPr>
        <p:txBody>
          <a:bodyPr/>
          <a:lstStyle>
            <a:lvl1pPr marL="0" indent="0">
              <a:buNone/>
              <a:defRPr sz="6000">
                <a:solidFill>
                  <a:srgbClr val="FFFFFF"/>
                </a:solidFill>
              </a:defRPr>
            </a:lvl1pPr>
            <a:lvl2pPr marL="1009916" indent="0">
              <a:buNone/>
              <a:defRPr/>
            </a:lvl2pPr>
            <a:lvl3pPr marL="2189089" indent="0">
              <a:buNone/>
              <a:defRPr/>
            </a:lvl3pPr>
            <a:lvl4pPr marL="3255431" indent="0">
              <a:buNone/>
              <a:defRPr/>
            </a:lvl4pPr>
            <a:lvl5pPr marL="4265347" indent="0">
              <a:buNone/>
              <a:defRPr/>
            </a:lvl5pPr>
          </a:lstStyle>
          <a:p>
            <a:pPr lvl="0"/>
            <a:r>
              <a:rPr lang="en-US" dirty="0"/>
              <a:t>Click to edit Subhead</a:t>
            </a:r>
          </a:p>
        </p:txBody>
      </p:sp>
      <p:sp>
        <p:nvSpPr>
          <p:cNvPr id="12" name="Text Placeholder 11"/>
          <p:cNvSpPr>
            <a:spLocks noGrp="1"/>
          </p:cNvSpPr>
          <p:nvPr userDrawn="1">
            <p:ph type="body" sz="quarter" idx="23" hasCustomPrompt="1"/>
          </p:nvPr>
        </p:nvSpPr>
        <p:spPr>
          <a:xfrm>
            <a:off x="1331120" y="5085098"/>
            <a:ext cx="30558581" cy="1342139"/>
          </a:xfrm>
        </p:spPr>
        <p:txBody>
          <a:bodyPr anchor="ctr" anchorCtr="0"/>
          <a:lstStyle>
            <a:lvl1pPr marL="0" marR="0" indent="0" algn="l" defTabSz="1624898" rtl="0" eaLnBrk="1" fontAlgn="auto" latinLnBrk="0" hangingPunct="1">
              <a:lnSpc>
                <a:spcPct val="100000"/>
              </a:lnSpc>
              <a:spcBef>
                <a:spcPts val="0"/>
              </a:spcBef>
              <a:spcAft>
                <a:spcPts val="0"/>
              </a:spcAft>
              <a:buClrTx/>
              <a:buSzTx/>
              <a:buFont typeface="Wingdings" pitchFamily="2" charset="2"/>
              <a:buNone/>
              <a:tabLst/>
              <a:defRPr sz="3200" baseline="0">
                <a:solidFill>
                  <a:schemeClr val="bg1"/>
                </a:solidFill>
              </a:defRPr>
            </a:lvl1pPr>
            <a:lvl2pPr marL="1009916" indent="0">
              <a:buNone/>
              <a:defRPr sz="3200"/>
            </a:lvl2pPr>
            <a:lvl3pPr marL="2189096" indent="0">
              <a:buNone/>
              <a:defRPr sz="3200"/>
            </a:lvl3pPr>
            <a:lvl4pPr marL="3255435" indent="0">
              <a:buNone/>
              <a:defRPr sz="3200"/>
            </a:lvl4pPr>
            <a:lvl5pPr marL="4265347" indent="0">
              <a:buNone/>
              <a:defRPr sz="3200"/>
            </a:lvl5pPr>
          </a:lstStyle>
          <a:p>
            <a:pPr lvl="0"/>
            <a:r>
              <a:rPr lang="en-US" dirty="0"/>
              <a:t>Researcher Names</a:t>
            </a:r>
          </a:p>
          <a:p>
            <a:pPr lvl="0"/>
            <a:r>
              <a:rPr lang="en-US" dirty="0"/>
              <a:t>Researcher Names</a:t>
            </a:r>
          </a:p>
          <a:p>
            <a:pPr marL="0" marR="0" lvl="0" indent="0" algn="l" defTabSz="1624898" rtl="0" eaLnBrk="1" fontAlgn="auto" latinLnBrk="0" hangingPunct="1">
              <a:lnSpc>
                <a:spcPct val="100000"/>
              </a:lnSpc>
              <a:spcBef>
                <a:spcPts val="0"/>
              </a:spcBef>
              <a:spcAft>
                <a:spcPts val="0"/>
              </a:spcAft>
              <a:buClrTx/>
              <a:buSzTx/>
              <a:buFont typeface="Wingdings" pitchFamily="2" charset="2"/>
              <a:buNone/>
              <a:tabLst/>
              <a:defRPr/>
            </a:pPr>
            <a:r>
              <a:rPr lang="en-US" dirty="0"/>
              <a:t>Researcher Names</a:t>
            </a:r>
          </a:p>
        </p:txBody>
      </p:sp>
      <p:sp>
        <p:nvSpPr>
          <p:cNvPr id="3" name="Content Placeholder 2"/>
          <p:cNvSpPr>
            <a:spLocks noGrp="1"/>
          </p:cNvSpPr>
          <p:nvPr userDrawn="1">
            <p:ph idx="1" hasCustomPrompt="1"/>
          </p:nvPr>
        </p:nvSpPr>
        <p:spPr>
          <a:xfrm>
            <a:off x="683866" y="7315200"/>
            <a:ext cx="15426103" cy="10213848"/>
          </a:xfrm>
          <a:ln w="3175" cmpd="sng">
            <a:solidFill>
              <a:schemeClr val="tx1">
                <a:lumMod val="40000"/>
                <a:lumOff val="60000"/>
              </a:schemeClr>
            </a:solidFill>
          </a:ln>
        </p:spPr>
        <p:txBody>
          <a:bodyPr lIns="256002" tIns="768008" rIns="256002" bIns="256002"/>
          <a:lstStyle>
            <a:lvl1pPr marL="347663" indent="-347663">
              <a:lnSpc>
                <a:spcPct val="95000"/>
              </a:lnSpc>
              <a:spcBef>
                <a:spcPts val="1200"/>
              </a:spcBef>
              <a:buFont typeface="Wingdings" pitchFamily="2" charset="2"/>
              <a:buChar char="§"/>
              <a:defRPr sz="3200" b="0" baseline="0">
                <a:solidFill>
                  <a:schemeClr val="tx1">
                    <a:lumMod val="50000"/>
                  </a:schemeClr>
                </a:solidFill>
              </a:defRPr>
            </a:lvl1pPr>
            <a:lvl2pPr marL="852488" indent="-395288">
              <a:lnSpc>
                <a:spcPct val="95000"/>
              </a:lnSpc>
              <a:buFont typeface="Arial" pitchFamily="34" charset="0"/>
              <a:buChar char="−"/>
              <a:defRPr sz="3200"/>
            </a:lvl2pPr>
            <a:lvl3pPr marL="1262063" indent="-288925">
              <a:lnSpc>
                <a:spcPct val="95000"/>
              </a:lnSpc>
              <a:buFont typeface="Arial" pitchFamily="34" charset="0"/>
              <a:buChar char="•"/>
              <a:defRPr sz="3200"/>
            </a:lvl3pPr>
            <a:lvl4pPr marL="1717675" indent="-347663">
              <a:lnSpc>
                <a:spcPct val="95000"/>
              </a:lnSpc>
              <a:buFont typeface="Arial" pitchFamily="34" charset="0"/>
              <a:buChar char="−"/>
              <a:defRPr sz="3200"/>
            </a:lvl4pPr>
            <a:lvl5pPr marL="2057400" indent="-315913">
              <a:lnSpc>
                <a:spcPct val="95000"/>
              </a:lnSpc>
              <a:tabLst/>
              <a:defRPr sz="32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8" name="Picture Placeholder 4"/>
          <p:cNvSpPr>
            <a:spLocks noGrp="1"/>
          </p:cNvSpPr>
          <p:nvPr>
            <p:ph type="pic" sz="quarter" idx="44" hasCustomPrompt="1"/>
          </p:nvPr>
        </p:nvSpPr>
        <p:spPr>
          <a:xfrm>
            <a:off x="17059781" y="12636203"/>
            <a:ext cx="6900112" cy="4594296"/>
          </a:xfrm>
          <a:solidFill>
            <a:schemeClr val="bg1">
              <a:lumMod val="85000"/>
            </a:schemeClr>
          </a:solidFill>
        </p:spPr>
        <p:txBody>
          <a:bodyPr anchor="ctr"/>
          <a:lstStyle>
            <a:lvl1pPr marL="0" indent="0" algn="ctr">
              <a:buNone/>
              <a:defRPr/>
            </a:lvl1pPr>
          </a:lstStyle>
          <a:p>
            <a:r>
              <a:rPr lang="en-US" dirty="0"/>
              <a:t>Click to add image</a:t>
            </a:r>
          </a:p>
        </p:txBody>
      </p:sp>
      <p:sp>
        <p:nvSpPr>
          <p:cNvPr id="39" name="Picture Placeholder 4"/>
          <p:cNvSpPr>
            <a:spLocks noGrp="1"/>
          </p:cNvSpPr>
          <p:nvPr>
            <p:ph type="pic" sz="quarter" idx="45" hasCustomPrompt="1"/>
          </p:nvPr>
        </p:nvSpPr>
        <p:spPr>
          <a:xfrm>
            <a:off x="25060527" y="12636203"/>
            <a:ext cx="6900112" cy="4594296"/>
          </a:xfrm>
          <a:solidFill>
            <a:schemeClr val="bg1">
              <a:lumMod val="85000"/>
            </a:schemeClr>
          </a:solidFill>
        </p:spPr>
        <p:txBody>
          <a:bodyPr anchor="ctr"/>
          <a:lstStyle>
            <a:lvl1pPr marL="0" indent="0" algn="ctr">
              <a:buNone/>
              <a:defRPr/>
            </a:lvl1pPr>
          </a:lstStyle>
          <a:p>
            <a:r>
              <a:rPr lang="en-US" dirty="0"/>
              <a:t>Click to add image</a:t>
            </a:r>
          </a:p>
        </p:txBody>
      </p:sp>
      <p:sp>
        <p:nvSpPr>
          <p:cNvPr id="40" name="Picture Placeholder 4"/>
          <p:cNvSpPr>
            <a:spLocks noGrp="1"/>
          </p:cNvSpPr>
          <p:nvPr>
            <p:ph type="pic" sz="quarter" idx="43" hasCustomPrompt="1"/>
          </p:nvPr>
        </p:nvSpPr>
        <p:spPr>
          <a:xfrm>
            <a:off x="931303" y="21929723"/>
            <a:ext cx="14879692" cy="11407189"/>
          </a:xfrm>
          <a:solidFill>
            <a:schemeClr val="bg1">
              <a:lumMod val="85000"/>
            </a:schemeClr>
          </a:solidFill>
        </p:spPr>
        <p:txBody>
          <a:bodyPr anchor="ctr"/>
          <a:lstStyle>
            <a:lvl1pPr marL="0" indent="0" algn="ctr">
              <a:buNone/>
              <a:defRPr/>
            </a:lvl1pPr>
          </a:lstStyle>
          <a:p>
            <a:r>
              <a:rPr lang="en-US" dirty="0"/>
              <a:t>Click to add image</a:t>
            </a:r>
          </a:p>
        </p:txBody>
      </p:sp>
      <p:sp>
        <p:nvSpPr>
          <p:cNvPr id="49" name="Picture Placeholder 4"/>
          <p:cNvSpPr>
            <a:spLocks noGrp="1"/>
          </p:cNvSpPr>
          <p:nvPr>
            <p:ph type="pic" sz="quarter" idx="48" hasCustomPrompt="1"/>
          </p:nvPr>
        </p:nvSpPr>
        <p:spPr>
          <a:xfrm>
            <a:off x="17144447" y="21949984"/>
            <a:ext cx="7154104" cy="5568009"/>
          </a:xfrm>
          <a:solidFill>
            <a:schemeClr val="bg1">
              <a:lumMod val="85000"/>
            </a:schemeClr>
          </a:solidFill>
        </p:spPr>
        <p:txBody>
          <a:bodyPr anchor="ctr"/>
          <a:lstStyle>
            <a:lvl1pPr marL="0" indent="0" algn="ctr">
              <a:buNone/>
              <a:defRPr/>
            </a:lvl1pPr>
          </a:lstStyle>
          <a:p>
            <a:r>
              <a:rPr lang="en-US" dirty="0"/>
              <a:t>Click to add image</a:t>
            </a:r>
          </a:p>
        </p:txBody>
      </p:sp>
      <p:sp>
        <p:nvSpPr>
          <p:cNvPr id="50" name="Picture Placeholder 4"/>
          <p:cNvSpPr>
            <a:spLocks noGrp="1"/>
          </p:cNvSpPr>
          <p:nvPr>
            <p:ph type="pic" sz="quarter" idx="49" hasCustomPrompt="1"/>
          </p:nvPr>
        </p:nvSpPr>
        <p:spPr>
          <a:xfrm>
            <a:off x="24764203" y="21949984"/>
            <a:ext cx="7154104" cy="5568009"/>
          </a:xfrm>
          <a:solidFill>
            <a:schemeClr val="bg1">
              <a:lumMod val="85000"/>
            </a:schemeClr>
          </a:solidFill>
        </p:spPr>
        <p:txBody>
          <a:bodyPr anchor="ctr"/>
          <a:lstStyle>
            <a:lvl1pPr marL="0" indent="0" algn="ctr">
              <a:buNone/>
              <a:defRPr/>
            </a:lvl1pPr>
          </a:lstStyle>
          <a:p>
            <a:r>
              <a:rPr lang="en-US" dirty="0"/>
              <a:t>Click to add image</a:t>
            </a:r>
          </a:p>
        </p:txBody>
      </p:sp>
      <p:sp>
        <p:nvSpPr>
          <p:cNvPr id="45" name="Text Placeholder 7"/>
          <p:cNvSpPr>
            <a:spLocks noGrp="1"/>
          </p:cNvSpPr>
          <p:nvPr>
            <p:ph type="body" sz="quarter" idx="55" hasCustomPrompt="1"/>
          </p:nvPr>
        </p:nvSpPr>
        <p:spPr>
          <a:xfrm>
            <a:off x="683867" y="34253007"/>
            <a:ext cx="10094976" cy="633984"/>
          </a:xfrm>
          <a:solidFill>
            <a:schemeClr val="tx2"/>
          </a:solidFill>
          <a:ln>
            <a:solidFill>
              <a:schemeClr val="tx2"/>
            </a:solidFill>
          </a:ln>
        </p:spPr>
        <p:txBody>
          <a:bodyPr bIns="0" anchor="ctr"/>
          <a:lstStyle>
            <a:lvl1pPr marL="0" indent="0" algn="ctr">
              <a:spcBef>
                <a:spcPts val="0"/>
              </a:spcBef>
              <a:buNone/>
              <a:defRPr sz="4200" b="1" cap="all" baseline="0">
                <a:solidFill>
                  <a:schemeClr val="bg1"/>
                </a:solidFill>
              </a:defRPr>
            </a:lvl1pPr>
            <a:lvl2pPr algn="ctr">
              <a:defRPr b="1">
                <a:solidFill>
                  <a:schemeClr val="bg1"/>
                </a:solidFill>
              </a:defRPr>
            </a:lvl2pPr>
            <a:lvl3pPr algn="ctr">
              <a:defRPr b="1">
                <a:solidFill>
                  <a:schemeClr val="bg1"/>
                </a:solidFill>
              </a:defRPr>
            </a:lvl3pPr>
            <a:lvl4pPr algn="ctr">
              <a:defRPr b="1">
                <a:solidFill>
                  <a:schemeClr val="bg1"/>
                </a:solidFill>
              </a:defRPr>
            </a:lvl4pPr>
            <a:lvl5pPr algn="ctr">
              <a:defRPr b="1">
                <a:solidFill>
                  <a:schemeClr val="bg1"/>
                </a:solidFill>
              </a:defRPr>
            </a:lvl5pPr>
          </a:lstStyle>
          <a:p>
            <a:pPr lvl="0"/>
            <a:r>
              <a:rPr lang="en-US" dirty="0"/>
              <a:t>Click to add conclusions</a:t>
            </a:r>
          </a:p>
        </p:txBody>
      </p:sp>
      <p:sp>
        <p:nvSpPr>
          <p:cNvPr id="46" name="Text Placeholder 7"/>
          <p:cNvSpPr>
            <a:spLocks noGrp="1"/>
          </p:cNvSpPr>
          <p:nvPr>
            <p:ph type="body" sz="quarter" idx="56" hasCustomPrompt="1"/>
          </p:nvPr>
        </p:nvSpPr>
        <p:spPr>
          <a:xfrm>
            <a:off x="11423845" y="34253007"/>
            <a:ext cx="10094976" cy="633984"/>
          </a:xfrm>
          <a:solidFill>
            <a:schemeClr val="tx2"/>
          </a:solidFill>
          <a:ln>
            <a:solidFill>
              <a:schemeClr val="tx2"/>
            </a:solidFill>
          </a:ln>
        </p:spPr>
        <p:txBody>
          <a:bodyPr bIns="0" anchor="ctr"/>
          <a:lstStyle>
            <a:lvl1pPr marL="0" indent="0" algn="ctr">
              <a:spcBef>
                <a:spcPts val="0"/>
              </a:spcBef>
              <a:buNone/>
              <a:defRPr sz="4200" b="1" cap="all" baseline="0">
                <a:solidFill>
                  <a:schemeClr val="bg1"/>
                </a:solidFill>
              </a:defRPr>
            </a:lvl1pPr>
            <a:lvl2pPr algn="ctr">
              <a:defRPr b="1">
                <a:solidFill>
                  <a:schemeClr val="bg1"/>
                </a:solidFill>
              </a:defRPr>
            </a:lvl2pPr>
            <a:lvl3pPr algn="ctr">
              <a:defRPr b="1">
                <a:solidFill>
                  <a:schemeClr val="bg1"/>
                </a:solidFill>
              </a:defRPr>
            </a:lvl3pPr>
            <a:lvl4pPr algn="ctr">
              <a:defRPr b="1">
                <a:solidFill>
                  <a:schemeClr val="bg1"/>
                </a:solidFill>
              </a:defRPr>
            </a:lvl4pPr>
            <a:lvl5pPr algn="ctr">
              <a:defRPr b="1">
                <a:solidFill>
                  <a:schemeClr val="bg1"/>
                </a:solidFill>
              </a:defRPr>
            </a:lvl5pPr>
          </a:lstStyle>
          <a:p>
            <a:pPr lvl="0"/>
            <a:r>
              <a:rPr lang="en-US" dirty="0"/>
              <a:t>Click to add next steps</a:t>
            </a:r>
          </a:p>
        </p:txBody>
      </p:sp>
      <p:sp>
        <p:nvSpPr>
          <p:cNvPr id="47" name="Text Placeholder 7"/>
          <p:cNvSpPr>
            <a:spLocks noGrp="1"/>
          </p:cNvSpPr>
          <p:nvPr>
            <p:ph type="body" sz="quarter" idx="57" hasCustomPrompt="1"/>
          </p:nvPr>
        </p:nvSpPr>
        <p:spPr>
          <a:xfrm>
            <a:off x="22127541" y="34253007"/>
            <a:ext cx="10094976" cy="633984"/>
          </a:xfrm>
          <a:solidFill>
            <a:schemeClr val="tx2"/>
          </a:solidFill>
          <a:ln>
            <a:solidFill>
              <a:schemeClr val="tx2"/>
            </a:solidFill>
          </a:ln>
        </p:spPr>
        <p:txBody>
          <a:bodyPr bIns="0" anchor="ctr"/>
          <a:lstStyle>
            <a:lvl1pPr marL="0" indent="0" algn="ctr">
              <a:spcBef>
                <a:spcPts val="0"/>
              </a:spcBef>
              <a:buNone/>
              <a:defRPr sz="4200" b="1" cap="all" baseline="0">
                <a:solidFill>
                  <a:schemeClr val="bg1"/>
                </a:solidFill>
              </a:defRPr>
            </a:lvl1pPr>
            <a:lvl2pPr algn="ctr">
              <a:defRPr b="1">
                <a:solidFill>
                  <a:schemeClr val="bg1"/>
                </a:solidFill>
              </a:defRPr>
            </a:lvl2pPr>
            <a:lvl3pPr algn="ctr">
              <a:defRPr b="1">
                <a:solidFill>
                  <a:schemeClr val="bg1"/>
                </a:solidFill>
              </a:defRPr>
            </a:lvl3pPr>
            <a:lvl4pPr algn="ctr">
              <a:defRPr b="1">
                <a:solidFill>
                  <a:schemeClr val="bg1"/>
                </a:solidFill>
              </a:defRPr>
            </a:lvl4pPr>
            <a:lvl5pPr algn="ctr">
              <a:defRPr b="1">
                <a:solidFill>
                  <a:schemeClr val="bg1"/>
                </a:solidFill>
              </a:defRPr>
            </a:lvl5pPr>
          </a:lstStyle>
          <a:p>
            <a:pPr lvl="0"/>
            <a:r>
              <a:rPr lang="en-US" dirty="0"/>
              <a:t>Click to add references</a:t>
            </a:r>
          </a:p>
        </p:txBody>
      </p:sp>
      <p:sp>
        <p:nvSpPr>
          <p:cNvPr id="37" name="Text Placeholder 7"/>
          <p:cNvSpPr>
            <a:spLocks noGrp="1"/>
          </p:cNvSpPr>
          <p:nvPr>
            <p:ph type="body" sz="quarter" idx="51" hasCustomPrompt="1"/>
          </p:nvPr>
        </p:nvSpPr>
        <p:spPr>
          <a:xfrm>
            <a:off x="683867" y="18181791"/>
            <a:ext cx="15425928" cy="630684"/>
          </a:xfrm>
          <a:solidFill>
            <a:schemeClr val="tx2"/>
          </a:solidFill>
          <a:ln>
            <a:solidFill>
              <a:schemeClr val="tx2"/>
            </a:solidFill>
          </a:ln>
        </p:spPr>
        <p:txBody>
          <a:bodyPr bIns="0" anchor="ctr"/>
          <a:lstStyle>
            <a:lvl1pPr marL="0" indent="0" algn="ctr">
              <a:spcBef>
                <a:spcPts val="0"/>
              </a:spcBef>
              <a:buNone/>
              <a:defRPr sz="4200" b="1" cap="all" baseline="0">
                <a:solidFill>
                  <a:schemeClr val="bg1"/>
                </a:solidFill>
              </a:defRPr>
            </a:lvl1pPr>
            <a:lvl2pPr algn="ctr">
              <a:defRPr b="1">
                <a:solidFill>
                  <a:schemeClr val="bg1"/>
                </a:solidFill>
              </a:defRPr>
            </a:lvl2pPr>
            <a:lvl3pPr algn="ctr">
              <a:defRPr b="1">
                <a:solidFill>
                  <a:schemeClr val="bg1"/>
                </a:solidFill>
              </a:defRPr>
            </a:lvl3pPr>
            <a:lvl4pPr algn="ctr">
              <a:defRPr b="1">
                <a:solidFill>
                  <a:schemeClr val="bg1"/>
                </a:solidFill>
              </a:defRPr>
            </a:lvl4pPr>
            <a:lvl5pPr algn="ctr">
              <a:defRPr b="1">
                <a:solidFill>
                  <a:schemeClr val="bg1"/>
                </a:solidFill>
              </a:defRPr>
            </a:lvl5pPr>
          </a:lstStyle>
          <a:p>
            <a:pPr lvl="0"/>
            <a:r>
              <a:rPr lang="en-US" dirty="0"/>
              <a:t>Click to add section 1</a:t>
            </a:r>
          </a:p>
        </p:txBody>
      </p:sp>
      <p:sp>
        <p:nvSpPr>
          <p:cNvPr id="41" name="Text Placeholder 7"/>
          <p:cNvSpPr>
            <a:spLocks noGrp="1"/>
          </p:cNvSpPr>
          <p:nvPr>
            <p:ph type="body" sz="quarter" idx="52" hasCustomPrompt="1"/>
          </p:nvPr>
        </p:nvSpPr>
        <p:spPr>
          <a:xfrm>
            <a:off x="16793835" y="18181791"/>
            <a:ext cx="15462504" cy="630684"/>
          </a:xfrm>
          <a:solidFill>
            <a:schemeClr val="tx2"/>
          </a:solidFill>
          <a:ln>
            <a:solidFill>
              <a:schemeClr val="tx2"/>
            </a:solidFill>
          </a:ln>
        </p:spPr>
        <p:txBody>
          <a:bodyPr bIns="0" anchor="ctr"/>
          <a:lstStyle>
            <a:lvl1pPr marL="0" indent="0" algn="ctr">
              <a:spcBef>
                <a:spcPts val="0"/>
              </a:spcBef>
              <a:buNone/>
              <a:defRPr sz="4200" b="1" cap="all" baseline="0">
                <a:solidFill>
                  <a:schemeClr val="bg1"/>
                </a:solidFill>
              </a:defRPr>
            </a:lvl1pPr>
            <a:lvl2pPr algn="ctr">
              <a:defRPr b="1">
                <a:solidFill>
                  <a:schemeClr val="bg1"/>
                </a:solidFill>
              </a:defRPr>
            </a:lvl2pPr>
            <a:lvl3pPr algn="ctr">
              <a:defRPr b="1">
                <a:solidFill>
                  <a:schemeClr val="bg1"/>
                </a:solidFill>
              </a:defRPr>
            </a:lvl3pPr>
            <a:lvl4pPr algn="ctr">
              <a:defRPr b="1">
                <a:solidFill>
                  <a:schemeClr val="bg1"/>
                </a:solidFill>
              </a:defRPr>
            </a:lvl4pPr>
            <a:lvl5pPr algn="ctr">
              <a:defRPr b="1">
                <a:solidFill>
                  <a:schemeClr val="bg1"/>
                </a:solidFill>
              </a:defRPr>
            </a:lvl5pPr>
          </a:lstStyle>
          <a:p>
            <a:pPr lvl="0"/>
            <a:r>
              <a:rPr lang="en-US" dirty="0"/>
              <a:t>Click to add section 2</a:t>
            </a:r>
          </a:p>
        </p:txBody>
      </p:sp>
      <p:sp>
        <p:nvSpPr>
          <p:cNvPr id="36" name="Text Placeholder 7"/>
          <p:cNvSpPr>
            <a:spLocks noGrp="1"/>
          </p:cNvSpPr>
          <p:nvPr>
            <p:ph type="body" sz="quarter" idx="50" hasCustomPrompt="1"/>
          </p:nvPr>
        </p:nvSpPr>
        <p:spPr>
          <a:xfrm>
            <a:off x="683866" y="7323581"/>
            <a:ext cx="15425928" cy="630684"/>
          </a:xfrm>
          <a:solidFill>
            <a:schemeClr val="tx2"/>
          </a:solidFill>
          <a:ln>
            <a:solidFill>
              <a:schemeClr val="tx2"/>
            </a:solidFill>
          </a:ln>
        </p:spPr>
        <p:txBody>
          <a:bodyPr bIns="0" anchor="ctr"/>
          <a:lstStyle>
            <a:lvl1pPr marL="0" indent="0" algn="ctr">
              <a:spcBef>
                <a:spcPts val="0"/>
              </a:spcBef>
              <a:buNone/>
              <a:defRPr sz="4200" b="1" cap="all" baseline="0">
                <a:solidFill>
                  <a:schemeClr val="bg1"/>
                </a:solidFill>
              </a:defRPr>
            </a:lvl1pPr>
            <a:lvl2pPr algn="ctr">
              <a:defRPr b="1">
                <a:solidFill>
                  <a:schemeClr val="bg1"/>
                </a:solidFill>
              </a:defRPr>
            </a:lvl2pPr>
            <a:lvl3pPr algn="ctr">
              <a:defRPr b="1">
                <a:solidFill>
                  <a:schemeClr val="bg1"/>
                </a:solidFill>
              </a:defRPr>
            </a:lvl3pPr>
            <a:lvl4pPr algn="ctr">
              <a:defRPr b="1">
                <a:solidFill>
                  <a:schemeClr val="bg1"/>
                </a:solidFill>
              </a:defRPr>
            </a:lvl4pPr>
            <a:lvl5pPr algn="ctr">
              <a:defRPr b="1">
                <a:solidFill>
                  <a:schemeClr val="bg1"/>
                </a:solidFill>
              </a:defRPr>
            </a:lvl5pPr>
          </a:lstStyle>
          <a:p>
            <a:pPr lvl="0"/>
            <a:r>
              <a:rPr lang="en-US" dirty="0"/>
              <a:t>Click to add abstract</a:t>
            </a:r>
          </a:p>
        </p:txBody>
      </p:sp>
      <p:sp>
        <p:nvSpPr>
          <p:cNvPr id="43" name="Text Placeholder 7"/>
          <p:cNvSpPr>
            <a:spLocks noGrp="1"/>
          </p:cNvSpPr>
          <p:nvPr>
            <p:ph type="body" sz="quarter" idx="53" hasCustomPrompt="1"/>
          </p:nvPr>
        </p:nvSpPr>
        <p:spPr>
          <a:xfrm>
            <a:off x="16763074" y="7323580"/>
            <a:ext cx="7415784" cy="633984"/>
          </a:xfrm>
          <a:solidFill>
            <a:schemeClr val="tx2"/>
          </a:solidFill>
          <a:ln>
            <a:solidFill>
              <a:schemeClr val="tx2"/>
            </a:solidFill>
          </a:ln>
        </p:spPr>
        <p:txBody>
          <a:bodyPr bIns="0" anchor="ctr"/>
          <a:lstStyle>
            <a:lvl1pPr marL="0" indent="0" algn="ctr">
              <a:spcBef>
                <a:spcPts val="0"/>
              </a:spcBef>
              <a:buNone/>
              <a:defRPr sz="4200" b="1" cap="all" baseline="0">
                <a:solidFill>
                  <a:schemeClr val="bg1"/>
                </a:solidFill>
              </a:defRPr>
            </a:lvl1pPr>
            <a:lvl2pPr algn="ctr">
              <a:defRPr b="1">
                <a:solidFill>
                  <a:schemeClr val="bg1"/>
                </a:solidFill>
              </a:defRPr>
            </a:lvl2pPr>
            <a:lvl3pPr algn="ctr">
              <a:defRPr b="1">
                <a:solidFill>
                  <a:schemeClr val="bg1"/>
                </a:solidFill>
              </a:defRPr>
            </a:lvl3pPr>
            <a:lvl4pPr algn="ctr">
              <a:defRPr b="1">
                <a:solidFill>
                  <a:schemeClr val="bg1"/>
                </a:solidFill>
              </a:defRPr>
            </a:lvl4pPr>
            <a:lvl5pPr algn="ctr">
              <a:defRPr b="1">
                <a:solidFill>
                  <a:schemeClr val="bg1"/>
                </a:solidFill>
              </a:defRPr>
            </a:lvl5pPr>
          </a:lstStyle>
          <a:p>
            <a:pPr lvl="0"/>
            <a:r>
              <a:rPr lang="en-US" dirty="0"/>
              <a:t>Click  add motivation</a:t>
            </a:r>
          </a:p>
        </p:txBody>
      </p:sp>
      <p:sp>
        <p:nvSpPr>
          <p:cNvPr id="44" name="Text Placeholder 7"/>
          <p:cNvSpPr>
            <a:spLocks noGrp="1"/>
          </p:cNvSpPr>
          <p:nvPr>
            <p:ph type="body" sz="quarter" idx="54" hasCustomPrompt="1"/>
          </p:nvPr>
        </p:nvSpPr>
        <p:spPr>
          <a:xfrm>
            <a:off x="24843831" y="7323580"/>
            <a:ext cx="7415784" cy="633984"/>
          </a:xfrm>
          <a:solidFill>
            <a:schemeClr val="tx2"/>
          </a:solidFill>
          <a:ln>
            <a:solidFill>
              <a:schemeClr val="tx2"/>
            </a:solidFill>
          </a:ln>
        </p:spPr>
        <p:txBody>
          <a:bodyPr bIns="0" anchor="ctr"/>
          <a:lstStyle>
            <a:lvl1pPr marL="0" indent="0" algn="ctr">
              <a:spcBef>
                <a:spcPts val="0"/>
              </a:spcBef>
              <a:buNone/>
              <a:defRPr sz="4200" b="1" cap="all" baseline="0">
                <a:solidFill>
                  <a:schemeClr val="bg1"/>
                </a:solidFill>
              </a:defRPr>
            </a:lvl1pPr>
            <a:lvl2pPr algn="ctr">
              <a:defRPr b="1">
                <a:solidFill>
                  <a:schemeClr val="bg1"/>
                </a:solidFill>
              </a:defRPr>
            </a:lvl2pPr>
            <a:lvl3pPr algn="ctr">
              <a:defRPr b="1">
                <a:solidFill>
                  <a:schemeClr val="bg1"/>
                </a:solidFill>
              </a:defRPr>
            </a:lvl3pPr>
            <a:lvl4pPr algn="ctr">
              <a:defRPr b="1">
                <a:solidFill>
                  <a:schemeClr val="bg1"/>
                </a:solidFill>
              </a:defRPr>
            </a:lvl4pPr>
            <a:lvl5pPr algn="ctr">
              <a:defRPr b="1">
                <a:solidFill>
                  <a:schemeClr val="bg1"/>
                </a:solidFill>
              </a:defRPr>
            </a:lvl5pPr>
          </a:lstStyle>
          <a:p>
            <a:pPr lvl="0"/>
            <a:r>
              <a:rPr lang="en-US" dirty="0"/>
              <a:t>Click to add methods</a:t>
            </a:r>
          </a:p>
        </p:txBody>
      </p:sp>
      <p:sp>
        <p:nvSpPr>
          <p:cNvPr id="58" name="Picture Placeholder 4"/>
          <p:cNvSpPr>
            <a:spLocks noGrp="1"/>
          </p:cNvSpPr>
          <p:nvPr>
            <p:ph type="pic" sz="quarter" idx="46" hasCustomPrompt="1"/>
          </p:nvPr>
        </p:nvSpPr>
        <p:spPr>
          <a:xfrm>
            <a:off x="17144447" y="28087325"/>
            <a:ext cx="7154104" cy="5249587"/>
          </a:xfrm>
          <a:solidFill>
            <a:schemeClr val="bg1">
              <a:lumMod val="85000"/>
            </a:schemeClr>
          </a:solidFill>
        </p:spPr>
        <p:txBody>
          <a:bodyPr anchor="ctr"/>
          <a:lstStyle>
            <a:lvl1pPr marL="0" indent="0" algn="ctr">
              <a:buNone/>
              <a:defRPr/>
            </a:lvl1pPr>
          </a:lstStyle>
          <a:p>
            <a:r>
              <a:rPr lang="en-US" dirty="0"/>
              <a:t>Click to add image</a:t>
            </a:r>
          </a:p>
        </p:txBody>
      </p:sp>
      <p:sp>
        <p:nvSpPr>
          <p:cNvPr id="59" name="Picture Placeholder 4"/>
          <p:cNvSpPr>
            <a:spLocks noGrp="1"/>
          </p:cNvSpPr>
          <p:nvPr>
            <p:ph type="pic" sz="quarter" idx="47" hasCustomPrompt="1"/>
          </p:nvPr>
        </p:nvSpPr>
        <p:spPr>
          <a:xfrm>
            <a:off x="24764203" y="28087325"/>
            <a:ext cx="7154104" cy="5249587"/>
          </a:xfrm>
          <a:solidFill>
            <a:schemeClr val="bg1">
              <a:lumMod val="85000"/>
            </a:schemeClr>
          </a:solidFill>
        </p:spPr>
        <p:txBody>
          <a:bodyPr anchor="ctr"/>
          <a:lstStyle>
            <a:lvl1pPr marL="0" indent="0" algn="ctr">
              <a:buNone/>
              <a:defRPr/>
            </a:lvl1pPr>
          </a:lstStyle>
          <a:p>
            <a:r>
              <a:rPr lang="en-US" dirty="0"/>
              <a:t>Click to add image</a:t>
            </a:r>
          </a:p>
        </p:txBody>
      </p:sp>
    </p:spTree>
    <p:extLst>
      <p:ext uri="{BB962C8B-B14F-4D97-AF65-F5344CB8AC3E}">
        <p14:creationId xmlns:p14="http://schemas.microsoft.com/office/powerpoint/2010/main" val="140476433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C:\Users\amiesen\Desktop\anlrgbpptlogo.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27080862" y="41500426"/>
            <a:ext cx="5534796" cy="1993900"/>
          </a:xfrm>
          <a:prstGeom prst="rect">
            <a:avLst/>
          </a:prstGeom>
          <a:noFill/>
          <a:extLst>
            <a:ext uri="{909E8E84-426E-40dd-AFC4-6F175D3DCCD1}">
              <a14:hiddenFill xmlns:a14="http://schemas.microsoft.com/office/drawing/2010/main" xmlns="">
                <a:solidFill>
                  <a:srgbClr val="FFFFFF"/>
                </a:solidFill>
              </a14:hiddenFill>
            </a:ext>
          </a:extLst>
        </p:spPr>
      </p:pic>
      <p:sp>
        <p:nvSpPr>
          <p:cNvPr id="2" name="Title Placeholder 1"/>
          <p:cNvSpPr>
            <a:spLocks noGrp="1"/>
          </p:cNvSpPr>
          <p:nvPr>
            <p:ph type="title"/>
          </p:nvPr>
        </p:nvSpPr>
        <p:spPr>
          <a:xfrm>
            <a:off x="1645927" y="1757687"/>
            <a:ext cx="30142443" cy="5305267"/>
          </a:xfrm>
          <a:prstGeom prst="rect">
            <a:avLst/>
          </a:prstGeom>
        </p:spPr>
        <p:txBody>
          <a:bodyPr vert="horz" lIns="0" tIns="0" rIns="0" bIns="0" rtlCol="0" anchor="b">
            <a:noAutofit/>
          </a:bodyPr>
          <a:lstStyle/>
          <a:p>
            <a:r>
              <a:rPr lang="en-US" dirty="0"/>
              <a:t>Headline in all caps</a:t>
            </a:r>
            <a:br>
              <a:rPr lang="en-US" dirty="0"/>
            </a:br>
            <a:r>
              <a:rPr lang="en-US" dirty="0"/>
              <a:t>preferred as one or two lines</a:t>
            </a:r>
          </a:p>
        </p:txBody>
      </p:sp>
      <p:sp>
        <p:nvSpPr>
          <p:cNvPr id="3" name="Text Placeholder 2"/>
          <p:cNvSpPr>
            <a:spLocks noGrp="1"/>
          </p:cNvSpPr>
          <p:nvPr>
            <p:ph type="body" idx="1"/>
          </p:nvPr>
        </p:nvSpPr>
        <p:spPr>
          <a:xfrm>
            <a:off x="1645927" y="10879970"/>
            <a:ext cx="30142443" cy="28305761"/>
          </a:xfrm>
          <a:prstGeom prst="rect">
            <a:avLst/>
          </a:prstGeom>
        </p:spPr>
        <p:txBody>
          <a:bodyPr vert="horz" lIns="0" tIns="0" rIns="0" bIns="162526" rtlCol="0">
            <a:noAutofit/>
          </a:bodyPr>
          <a:lstStyle/>
          <a:p>
            <a:pPr lvl="0"/>
            <a:r>
              <a:rPr lang="en-US" dirty="0"/>
              <a:t>Click to add 1st-level bullet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48F76EDB-66ED-7140-0BED-7547E3AAE26A}"/>
              </a:ext>
            </a:extLst>
          </p:cNvPr>
          <p:cNvPicPr>
            <a:picLocks noChangeAspect="1"/>
          </p:cNvPicPr>
          <p:nvPr userDrawn="1"/>
        </p:nvPicPr>
        <p:blipFill>
          <a:blip r:embed="rId5"/>
          <a:stretch>
            <a:fillRect/>
          </a:stretch>
        </p:blipFill>
        <p:spPr>
          <a:xfrm>
            <a:off x="585084" y="41867328"/>
            <a:ext cx="9533618" cy="1167381"/>
          </a:xfrm>
          <a:prstGeom prst="rect">
            <a:avLst/>
          </a:prstGeom>
        </p:spPr>
      </p:pic>
    </p:spTree>
    <p:extLst>
      <p:ext uri="{BB962C8B-B14F-4D97-AF65-F5344CB8AC3E}">
        <p14:creationId xmlns:p14="http://schemas.microsoft.com/office/powerpoint/2010/main" val="335335535"/>
      </p:ext>
    </p:extLst>
  </p:cSld>
  <p:clrMap bg1="lt1" tx1="dk1" bg2="lt2" tx2="dk2" accent1="accent1" accent2="accent2" accent3="accent3" accent4="accent4" accent5="accent5" accent6="accent6" hlink="hlink" folHlink="folHlink"/>
  <p:sldLayoutIdLst>
    <p:sldLayoutId id="2147483787" r:id="rId1"/>
    <p:sldLayoutId id="2147483786" r:id="rId2"/>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ftr="0" dt="0"/>
  <p:txStyles>
    <p:titleStyle>
      <a:lvl1pPr algn="l" defTabSz="1625279" rtl="0" eaLnBrk="1" latinLnBrk="0" hangingPunct="1">
        <a:lnSpc>
          <a:spcPct val="95000"/>
        </a:lnSpc>
        <a:spcBef>
          <a:spcPct val="0"/>
        </a:spcBef>
        <a:buNone/>
        <a:defRPr sz="10000" b="1" i="0" kern="1200" cap="all" baseline="0">
          <a:solidFill>
            <a:schemeClr val="tx1">
              <a:lumMod val="50000"/>
            </a:schemeClr>
          </a:solidFill>
          <a:latin typeface="+mj-lt"/>
          <a:ea typeface="+mj-ea"/>
          <a:cs typeface="+mj-cs"/>
        </a:defRPr>
      </a:lvl1pPr>
    </p:titleStyle>
    <p:bodyStyle>
      <a:lvl1pPr marL="615126" indent="-615126" algn="l" defTabSz="1625279" rtl="0" eaLnBrk="1" latinLnBrk="0" hangingPunct="1">
        <a:spcBef>
          <a:spcPts val="2130"/>
        </a:spcBef>
        <a:spcAft>
          <a:spcPts val="0"/>
        </a:spcAft>
        <a:buFont typeface="Wingdings" pitchFamily="2" charset="2"/>
        <a:buChar char="§"/>
        <a:defRPr sz="4600" kern="1200" baseline="0">
          <a:solidFill>
            <a:schemeClr val="tx1">
              <a:lumMod val="50000"/>
            </a:schemeClr>
          </a:solidFill>
          <a:latin typeface="+mn-lt"/>
          <a:ea typeface="+mn-ea"/>
          <a:cs typeface="+mn-cs"/>
        </a:defRPr>
      </a:lvl1pPr>
      <a:lvl2pPr marL="1851008" indent="-840855" algn="l" defTabSz="1625279" rtl="0" eaLnBrk="1" latinLnBrk="0" hangingPunct="1">
        <a:spcBef>
          <a:spcPts val="0"/>
        </a:spcBef>
        <a:spcAft>
          <a:spcPts val="0"/>
        </a:spcAft>
        <a:buFont typeface="Arial"/>
        <a:buChar char="–"/>
        <a:defRPr sz="4600" kern="1200">
          <a:solidFill>
            <a:schemeClr val="tx1">
              <a:lumMod val="50000"/>
            </a:schemeClr>
          </a:solidFill>
          <a:latin typeface="+mn-lt"/>
          <a:ea typeface="+mn-ea"/>
          <a:cs typeface="+mn-cs"/>
        </a:defRPr>
      </a:lvl2pPr>
      <a:lvl3pPr marL="2855517" indent="-665914" algn="l" defTabSz="1625279" rtl="0" eaLnBrk="1" latinLnBrk="0" hangingPunct="1">
        <a:spcBef>
          <a:spcPts val="0"/>
        </a:spcBef>
        <a:spcAft>
          <a:spcPts val="0"/>
        </a:spcAft>
        <a:buFont typeface="Arial"/>
        <a:buChar char="•"/>
        <a:defRPr sz="4600" kern="1200">
          <a:solidFill>
            <a:schemeClr val="tx1">
              <a:lumMod val="50000"/>
            </a:schemeClr>
          </a:solidFill>
          <a:latin typeface="+mn-lt"/>
          <a:ea typeface="+mn-ea"/>
          <a:cs typeface="+mn-cs"/>
        </a:defRPr>
      </a:lvl3pPr>
      <a:lvl4pPr marL="3865673" indent="-609479" algn="l" defTabSz="1625279" rtl="0" eaLnBrk="1" latinLnBrk="0" hangingPunct="1">
        <a:spcBef>
          <a:spcPts val="0"/>
        </a:spcBef>
        <a:spcAft>
          <a:spcPts val="0"/>
        </a:spcAft>
        <a:buFont typeface="Arial"/>
        <a:buChar char="–"/>
        <a:defRPr sz="4300" kern="1200">
          <a:solidFill>
            <a:schemeClr val="tx1">
              <a:lumMod val="50000"/>
            </a:schemeClr>
          </a:solidFill>
          <a:latin typeface="+mn-lt"/>
          <a:ea typeface="+mn-ea"/>
          <a:cs typeface="+mn-cs"/>
        </a:defRPr>
      </a:lvl4pPr>
      <a:lvl5pPr marL="4875826" indent="-609479" algn="l" defTabSz="1625279" rtl="0" eaLnBrk="1" latinLnBrk="0" hangingPunct="1">
        <a:spcBef>
          <a:spcPts val="0"/>
        </a:spcBef>
        <a:spcAft>
          <a:spcPts val="0"/>
        </a:spcAft>
        <a:buFont typeface="Arial"/>
        <a:buChar char="»"/>
        <a:defRPr sz="4300" kern="1200">
          <a:solidFill>
            <a:schemeClr val="tx1">
              <a:lumMod val="50000"/>
            </a:schemeClr>
          </a:solidFill>
          <a:latin typeface="+mn-lt"/>
          <a:ea typeface="+mn-ea"/>
          <a:cs typeface="+mn-cs"/>
        </a:defRPr>
      </a:lvl5pPr>
      <a:lvl6pPr marL="8939020" indent="-812636" algn="l" defTabSz="1625279" rtl="0" eaLnBrk="1" latinLnBrk="0" hangingPunct="1">
        <a:spcBef>
          <a:spcPct val="20000"/>
        </a:spcBef>
        <a:buFont typeface="Arial"/>
        <a:buChar char="•"/>
        <a:defRPr sz="7100" kern="1200">
          <a:solidFill>
            <a:schemeClr val="tx1"/>
          </a:solidFill>
          <a:latin typeface="+mn-lt"/>
          <a:ea typeface="+mn-ea"/>
          <a:cs typeface="+mn-cs"/>
        </a:defRPr>
      </a:lvl6pPr>
      <a:lvl7pPr marL="10564295" indent="-812636" algn="l" defTabSz="1625279" rtl="0" eaLnBrk="1" latinLnBrk="0" hangingPunct="1">
        <a:spcBef>
          <a:spcPct val="20000"/>
        </a:spcBef>
        <a:buFont typeface="Arial"/>
        <a:buChar char="•"/>
        <a:defRPr sz="7100" kern="1200">
          <a:solidFill>
            <a:schemeClr val="tx1"/>
          </a:solidFill>
          <a:latin typeface="+mn-lt"/>
          <a:ea typeface="+mn-ea"/>
          <a:cs typeface="+mn-cs"/>
        </a:defRPr>
      </a:lvl7pPr>
      <a:lvl8pPr marL="12189574" indent="-812636" algn="l" defTabSz="1625279" rtl="0" eaLnBrk="1" latinLnBrk="0" hangingPunct="1">
        <a:spcBef>
          <a:spcPct val="20000"/>
        </a:spcBef>
        <a:buFont typeface="Arial"/>
        <a:buChar char="•"/>
        <a:defRPr sz="7100" kern="1200">
          <a:solidFill>
            <a:schemeClr val="tx1"/>
          </a:solidFill>
          <a:latin typeface="+mn-lt"/>
          <a:ea typeface="+mn-ea"/>
          <a:cs typeface="+mn-cs"/>
        </a:defRPr>
      </a:lvl8pPr>
      <a:lvl9pPr marL="13814849" indent="-812636" algn="l" defTabSz="1625279" rtl="0" eaLnBrk="1" latinLnBrk="0" hangingPunct="1">
        <a:spcBef>
          <a:spcPct val="20000"/>
        </a:spcBef>
        <a:buFont typeface="Arial"/>
        <a:buChar char="•"/>
        <a:defRPr sz="7100" kern="1200">
          <a:solidFill>
            <a:schemeClr val="tx1"/>
          </a:solidFill>
          <a:latin typeface="+mn-lt"/>
          <a:ea typeface="+mn-ea"/>
          <a:cs typeface="+mn-cs"/>
        </a:defRPr>
      </a:lvl9pPr>
    </p:bodyStyle>
    <p:otherStyle>
      <a:defPPr>
        <a:defRPr lang="en-US"/>
      </a:defPPr>
      <a:lvl1pPr marL="0" algn="l" defTabSz="1625279" rtl="0" eaLnBrk="1" latinLnBrk="0" hangingPunct="1">
        <a:defRPr sz="6400" kern="1200">
          <a:solidFill>
            <a:schemeClr val="tx1"/>
          </a:solidFill>
          <a:latin typeface="+mn-lt"/>
          <a:ea typeface="+mn-ea"/>
          <a:cs typeface="+mn-cs"/>
        </a:defRPr>
      </a:lvl1pPr>
      <a:lvl2pPr marL="1625279" algn="l" defTabSz="1625279" rtl="0" eaLnBrk="1" latinLnBrk="0" hangingPunct="1">
        <a:defRPr sz="6400" kern="1200">
          <a:solidFill>
            <a:schemeClr val="tx1"/>
          </a:solidFill>
          <a:latin typeface="+mn-lt"/>
          <a:ea typeface="+mn-ea"/>
          <a:cs typeface="+mn-cs"/>
        </a:defRPr>
      </a:lvl2pPr>
      <a:lvl3pPr marL="3250554" algn="l" defTabSz="1625279" rtl="0" eaLnBrk="1" latinLnBrk="0" hangingPunct="1">
        <a:defRPr sz="6400" kern="1200">
          <a:solidFill>
            <a:schemeClr val="tx1"/>
          </a:solidFill>
          <a:latin typeface="+mn-lt"/>
          <a:ea typeface="+mn-ea"/>
          <a:cs typeface="+mn-cs"/>
        </a:defRPr>
      </a:lvl3pPr>
      <a:lvl4pPr marL="4875826" algn="l" defTabSz="1625279" rtl="0" eaLnBrk="1" latinLnBrk="0" hangingPunct="1">
        <a:defRPr sz="6400" kern="1200">
          <a:solidFill>
            <a:schemeClr val="tx1"/>
          </a:solidFill>
          <a:latin typeface="+mn-lt"/>
          <a:ea typeface="+mn-ea"/>
          <a:cs typeface="+mn-cs"/>
        </a:defRPr>
      </a:lvl4pPr>
      <a:lvl5pPr marL="6501105" algn="l" defTabSz="1625279" rtl="0" eaLnBrk="1" latinLnBrk="0" hangingPunct="1">
        <a:defRPr sz="6400" kern="1200">
          <a:solidFill>
            <a:schemeClr val="tx1"/>
          </a:solidFill>
          <a:latin typeface="+mn-lt"/>
          <a:ea typeface="+mn-ea"/>
          <a:cs typeface="+mn-cs"/>
        </a:defRPr>
      </a:lvl5pPr>
      <a:lvl6pPr marL="8126380" algn="l" defTabSz="1625279" rtl="0" eaLnBrk="1" latinLnBrk="0" hangingPunct="1">
        <a:defRPr sz="6400" kern="1200">
          <a:solidFill>
            <a:schemeClr val="tx1"/>
          </a:solidFill>
          <a:latin typeface="+mn-lt"/>
          <a:ea typeface="+mn-ea"/>
          <a:cs typeface="+mn-cs"/>
        </a:defRPr>
      </a:lvl6pPr>
      <a:lvl7pPr marL="9751659" algn="l" defTabSz="1625279" rtl="0" eaLnBrk="1" latinLnBrk="0" hangingPunct="1">
        <a:defRPr sz="6400" kern="1200">
          <a:solidFill>
            <a:schemeClr val="tx1"/>
          </a:solidFill>
          <a:latin typeface="+mn-lt"/>
          <a:ea typeface="+mn-ea"/>
          <a:cs typeface="+mn-cs"/>
        </a:defRPr>
      </a:lvl7pPr>
      <a:lvl8pPr marL="11376934" algn="l" defTabSz="1625279" rtl="0" eaLnBrk="1" latinLnBrk="0" hangingPunct="1">
        <a:defRPr sz="6400" kern="1200">
          <a:solidFill>
            <a:schemeClr val="tx1"/>
          </a:solidFill>
          <a:latin typeface="+mn-lt"/>
          <a:ea typeface="+mn-ea"/>
          <a:cs typeface="+mn-cs"/>
        </a:defRPr>
      </a:lvl8pPr>
      <a:lvl9pPr marL="13002210" algn="l" defTabSz="1625279" rtl="0" eaLnBrk="1" latinLnBrk="0" hangingPunct="1">
        <a:defRPr sz="64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 Id="rId5"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Content Placeholder 70"/>
          <p:cNvSpPr>
            <a:spLocks noGrp="1"/>
          </p:cNvSpPr>
          <p:nvPr>
            <p:ph idx="71"/>
          </p:nvPr>
        </p:nvSpPr>
        <p:spPr/>
        <p:txBody>
          <a:bodyPr/>
          <a:lstStyle/>
          <a:p>
            <a:r>
              <a:rPr lang="en-US" dirty="0"/>
              <a:t>[1] NVIDIA, “NVIDIA A100 Tensor Core GPU Architecture,” product datasheet, nvidia.com.</a:t>
            </a:r>
          </a:p>
          <a:p>
            <a:r>
              <a:rPr lang="en-US" dirty="0"/>
              <a:t>[2] NVIDIA, “NVIDIA H100 Tensor Core GPU Datasheet,” nvidia.com.</a:t>
            </a:r>
          </a:p>
          <a:p>
            <a:r>
              <a:rPr lang="en-US" dirty="0"/>
              <a:t>[3] NVIDIA, “NVIDIA Blackwell / GB200 &amp; GB300 NVL72 Datasheet,” nvidia.com.</a:t>
            </a:r>
          </a:p>
          <a:p>
            <a:r>
              <a:rPr lang="en-US" dirty="0"/>
              <a:t>[4] NVIDIA, “NVIDIA B200 Tensor Core GPU,” product specifications, nvidia.com.</a:t>
            </a:r>
          </a:p>
          <a:p>
            <a:r>
              <a:rPr lang="en-US" dirty="0"/>
              <a:t>[5] AMD, “AMD Instinct MI250X / MI300X / MI300A Accelerator Datasheets,” amd.com.</a:t>
            </a:r>
          </a:p>
        </p:txBody>
      </p:sp>
      <p:sp>
        <p:nvSpPr>
          <p:cNvPr id="70" name="Content Placeholder 69"/>
          <p:cNvSpPr>
            <a:spLocks noGrp="1"/>
          </p:cNvSpPr>
          <p:nvPr>
            <p:ph idx="70"/>
          </p:nvPr>
        </p:nvSpPr>
        <p:spPr/>
        <p:txBody>
          <a:bodyPr/>
          <a:lstStyle/>
          <a:p>
            <a:endParaRPr lang="en-US"/>
          </a:p>
        </p:txBody>
      </p:sp>
      <p:sp>
        <p:nvSpPr>
          <p:cNvPr id="69" name="Content Placeholder 68"/>
          <p:cNvSpPr>
            <a:spLocks noGrp="1"/>
          </p:cNvSpPr>
          <p:nvPr>
            <p:ph idx="69"/>
          </p:nvPr>
        </p:nvSpPr>
        <p:spPr/>
        <p:txBody>
          <a:bodyPr/>
          <a:lstStyle/>
          <a:p>
            <a:endParaRPr lang="en-US"/>
          </a:p>
        </p:txBody>
      </p:sp>
      <p:sp>
        <p:nvSpPr>
          <p:cNvPr id="68" name="Content Placeholder 67"/>
          <p:cNvSpPr>
            <a:spLocks noGrp="1"/>
          </p:cNvSpPr>
          <p:nvPr>
            <p:ph idx="68"/>
          </p:nvPr>
        </p:nvSpPr>
        <p:spPr/>
        <p:txBody>
          <a:bodyPr/>
          <a:lstStyle/>
          <a:p>
            <a:endParaRPr lang="en-US" dirty="0"/>
          </a:p>
        </p:txBody>
      </p:sp>
      <p:sp>
        <p:nvSpPr>
          <p:cNvPr id="67" name="Content Placeholder 66"/>
          <p:cNvSpPr>
            <a:spLocks noGrp="1"/>
          </p:cNvSpPr>
          <p:nvPr>
            <p:ph idx="67"/>
          </p:nvPr>
        </p:nvSpPr>
        <p:spPr>
          <a:xfrm>
            <a:off x="4667241" y="18973800"/>
            <a:ext cx="11307326" cy="11887200"/>
          </a:xfrm>
        </p:spPr>
        <p:txBody>
          <a:bodyPr/>
          <a:lstStyle/>
          <a:p>
            <a:r>
              <a:rPr lang="en-US" dirty="0"/>
              <a:t>An LLM orchestrator drives a fixed pipeline: it generates a compiled reference harness, then empirically probes the kernel at quad (FP128), double (FP64), and single (FP32) precision, using the quad run as a high-precision oracle. It then reasons about every floating-point variable; each proposed downcast is tested against the oracle and kept only if it meets the accuracy target. A verifier panel and a final numerical comparison gate the result.</a:t>
            </a:r>
          </a:p>
          <a:p>
            <a:endParaRPr lang="en-US" dirty="0"/>
          </a:p>
          <a:p>
            <a:r>
              <a:rPr lang="en-US" i="1" dirty="0"/>
              <a:t>Orchestrator and agents built on the Anthropic Claude SDK (claude-sonnet-4-6).</a:t>
            </a:r>
          </a:p>
        </p:txBody>
      </p:sp>
      <p:pic>
        <p:nvPicPr>
          <p:cNvPr id="90" name="Methods Flowchart"/>
          <p:cNvPicPr>
            <a:picLocks noChangeAspect="1"/>
          </p:cNvPicPr>
          <p:nvPr/>
        </p:nvPicPr>
        <p:blipFill>
          <a:blip r:embed="rId4"/>
          <a:stretch>
            <a:fillRect/>
          </a:stretch>
        </p:blipFill>
        <p:spPr>
          <a:xfrm>
            <a:off x="777240" y="18973800"/>
            <a:ext cx="3341361" cy="11887200"/>
          </a:xfrm>
          <a:prstGeom prst="rect">
            <a:avLst/>
          </a:prstGeom>
        </p:spPr>
      </p:pic>
      <p:sp>
        <p:nvSpPr>
          <p:cNvPr id="65" name="Content Placeholder 64"/>
          <p:cNvSpPr>
            <a:spLocks noGrp="1"/>
          </p:cNvSpPr>
          <p:nvPr>
            <p:ph idx="65"/>
          </p:nvPr>
        </p:nvSpPr>
        <p:spPr>
          <a:xfrm>
            <a:off x="16760952" y="7315200"/>
            <a:ext cx="15489936" cy="10213848"/>
          </a:xfrm>
        </p:spPr>
        <p:txBody>
          <a:bodyPr/>
          <a:lstStyle/>
          <a:p>
            <a:r>
              <a:rPr lang="en-US" dirty="0"/>
              <a:t>GPU vendors have poured their transistor budget into low-precision throughput: FP16 and FP8 tensor performance has grown by orders of magnitude across recent generations, while peak FP64 has stalled, and on the newest parts it is actively shrinking [1–4]. NVIDIA’s Blackwell Ultra cuts hardware FP64 sharply relative to Hopper, and the gap between vendors is now a design choice, not a physical limit [3–5].</a:t>
            </a:r>
          </a:p>
          <a:p>
            <a:r>
              <a:rPr lang="en-US" dirty="0"/>
              <a:t>To keep exploiting this hardware, simulations must move work off FP64, but only where accuracy allows. Deciding which variables can safely drop precision is exactly the expertise this workflow automates.</a:t>
            </a:r>
          </a:p>
        </p:txBody>
      </p:sp>
      <p:sp>
        <p:nvSpPr>
          <p:cNvPr id="46" name="Title 45"/>
          <p:cNvSpPr>
            <a:spLocks noGrp="1"/>
          </p:cNvSpPr>
          <p:nvPr>
            <p:ph type="title"/>
          </p:nvPr>
        </p:nvSpPr>
        <p:spPr/>
        <p:txBody>
          <a:bodyPr/>
          <a:lstStyle/>
          <a:p>
            <a:r>
              <a:rPr lang="en-US" dirty="0"/>
              <a:t>Faster Kernels, Same Answers: Agent-Driven Precision Tuning</a:t>
            </a:r>
          </a:p>
        </p:txBody>
      </p:sp>
      <p:sp>
        <p:nvSpPr>
          <p:cNvPr id="49" name="Text Placeholder 48"/>
          <p:cNvSpPr>
            <a:spLocks noGrp="1"/>
          </p:cNvSpPr>
          <p:nvPr>
            <p:ph type="body" sz="quarter" idx="26"/>
          </p:nvPr>
        </p:nvSpPr>
        <p:spPr/>
        <p:txBody>
          <a:bodyPr/>
          <a:lstStyle/>
          <a:p>
            <a:r>
              <a:rPr lang="en-US" dirty="0"/>
              <a:t>July 30, 2026</a:t>
            </a:r>
          </a:p>
        </p:txBody>
      </p:sp>
      <p:sp>
        <p:nvSpPr>
          <p:cNvPr id="48" name="Text Placeholder 47"/>
          <p:cNvSpPr>
            <a:spLocks noGrp="1"/>
          </p:cNvSpPr>
          <p:nvPr>
            <p:ph type="body" sz="quarter" idx="23"/>
          </p:nvPr>
        </p:nvSpPr>
        <p:spPr/>
        <p:txBody>
          <a:bodyPr/>
          <a:lstStyle/>
          <a:p>
            <a:r>
              <a:rPr lang="en-US" sz="4800" dirty="0"/>
              <a:t>Kim Meagher</a:t>
            </a:r>
          </a:p>
        </p:txBody>
      </p:sp>
      <p:sp>
        <p:nvSpPr>
          <p:cNvPr id="47" name="Content Placeholder 46"/>
          <p:cNvSpPr>
            <a:spLocks noGrp="1"/>
          </p:cNvSpPr>
          <p:nvPr>
            <p:ph idx="1"/>
          </p:nvPr>
        </p:nvSpPr>
        <p:spPr/>
        <p:txBody>
          <a:bodyPr/>
          <a:lstStyle/>
          <a:p>
            <a:r>
              <a:rPr lang="en-US" sz="4100" dirty="0"/>
              <a:t>Lowering a simulation's arithmetic from double to float can significantly cut runtime and memory traffic on modern HPC hardware, but doing it safely requires knowing exactly which variables tolerate reduced precision and which will silently corrupt your results. That expertise is scarce, and one wrong downcast can wreck an answer without an obvious error.</a:t>
            </a:r>
          </a:p>
          <a:p>
            <a:endParaRPr lang="en-US" sz="4100" dirty="0"/>
          </a:p>
          <a:p>
            <a:r>
              <a:rPr lang="en-US" sz="4100" dirty="0"/>
              <a:t>I present an agentic workflow that does this analysis for you. Given a Kokkos or CUDA kernel and an accuracy target, an LLM orchestrator reasons about every floating-point variable, then empirically tests each proposed precision change against a compiled reference, keeping only the </a:t>
            </a:r>
            <a:r>
              <a:rPr lang="en-US" sz="4100" dirty="0" err="1"/>
              <a:t>downcasts</a:t>
            </a:r>
            <a:r>
              <a:rPr lang="en-US" sz="4100" dirty="0"/>
              <a:t> that provably meet your tolerance. The goal: let domain scientists reap mixed-precision speedups without becoming floating-point experts.</a:t>
            </a:r>
          </a:p>
        </p:txBody>
      </p:sp>
      <p:pic>
        <p:nvPicPr>
          <p:cNvPr id="51" name="Picture Placeholder 50"/>
          <p:cNvPicPr>
            <a:picLocks noGrp="1" noChangeAspect="1"/>
          </p:cNvPicPr>
          <p:nvPr>
            <p:ph type="pic" sz="quarter" idx="44"/>
          </p:nvPr>
        </p:nvPicPr>
        <p:blipFill>
          <a:blip r:embed="rId3"/>
          <a:stretch>
            <a:fillRect/>
          </a:stretch>
        </p:blipFill>
        <p:spPr>
          <a:xfrm>
            <a:off x="16797528" y="12426696"/>
            <a:ext cx="7662672" cy="5102352"/>
          </a:xfrm>
          <a:prstGeom prst="rect">
            <a:avLst/>
          </a:prstGeom>
        </p:spPr>
      </p:pic>
      <p:pic>
        <p:nvPicPr>
          <p:cNvPr id="52" name="Picture Placeholder 51"/>
          <p:cNvPicPr>
            <a:picLocks noGrp="1" noChangeAspect="1"/>
          </p:cNvPicPr>
          <p:nvPr>
            <p:ph type="pic" sz="quarter" idx="45"/>
          </p:nvPr>
        </p:nvPicPr>
        <p:blipFill>
          <a:blip r:embed="rId5"/>
          <a:stretch>
            <a:fillRect/>
          </a:stretch>
        </p:blipFill>
        <p:spPr>
          <a:xfrm>
            <a:off x="24597360" y="12426696"/>
            <a:ext cx="7662672" cy="5102352"/>
          </a:xfrm>
          <a:prstGeom prst="rect">
            <a:avLst/>
          </a:prstGeom>
        </p:spPr>
      </p:pic>
      <p:sp>
        <p:nvSpPr>
          <p:cNvPr id="55" name="Picture Placeholder 54"/>
          <p:cNvSpPr>
            <a:spLocks noGrp="1"/>
          </p:cNvSpPr>
          <p:nvPr>
            <p:ph type="pic" sz="quarter" idx="48"/>
          </p:nvPr>
        </p:nvSpPr>
        <p:spPr/>
        <p:txBody>
          <a:bodyPr/>
          <a:lstStyle/>
          <a:p>
            <a:endParaRPr lang="en-US"/>
          </a:p>
        </p:txBody>
      </p:sp>
      <p:sp>
        <p:nvSpPr>
          <p:cNvPr id="56" name="Picture Placeholder 55"/>
          <p:cNvSpPr>
            <a:spLocks noGrp="1"/>
          </p:cNvSpPr>
          <p:nvPr>
            <p:ph type="pic" sz="quarter" idx="49"/>
          </p:nvPr>
        </p:nvSpPr>
        <p:spPr/>
        <p:txBody>
          <a:bodyPr/>
          <a:lstStyle/>
          <a:p>
            <a:endParaRPr lang="en-US"/>
          </a:p>
        </p:txBody>
      </p:sp>
      <p:sp>
        <p:nvSpPr>
          <p:cNvPr id="62" name="Text Placeholder 61"/>
          <p:cNvSpPr>
            <a:spLocks noGrp="1"/>
          </p:cNvSpPr>
          <p:nvPr>
            <p:ph type="body" sz="quarter" idx="55"/>
          </p:nvPr>
        </p:nvSpPr>
        <p:spPr/>
        <p:txBody>
          <a:bodyPr/>
          <a:lstStyle/>
          <a:p>
            <a:r>
              <a:rPr lang="en-US" dirty="0"/>
              <a:t>Conclusions</a:t>
            </a:r>
          </a:p>
        </p:txBody>
      </p:sp>
      <p:sp>
        <p:nvSpPr>
          <p:cNvPr id="63" name="Text Placeholder 62"/>
          <p:cNvSpPr>
            <a:spLocks noGrp="1"/>
          </p:cNvSpPr>
          <p:nvPr>
            <p:ph type="body" sz="quarter" idx="56"/>
          </p:nvPr>
        </p:nvSpPr>
        <p:spPr/>
        <p:txBody>
          <a:bodyPr/>
          <a:lstStyle/>
          <a:p>
            <a:r>
              <a:rPr lang="en-US" dirty="0"/>
              <a:t>Next Steps</a:t>
            </a:r>
          </a:p>
        </p:txBody>
      </p:sp>
      <p:sp>
        <p:nvSpPr>
          <p:cNvPr id="64" name="Text Placeholder 63"/>
          <p:cNvSpPr>
            <a:spLocks noGrp="1"/>
          </p:cNvSpPr>
          <p:nvPr>
            <p:ph type="body" sz="quarter" idx="57"/>
          </p:nvPr>
        </p:nvSpPr>
        <p:spPr/>
        <p:txBody>
          <a:bodyPr/>
          <a:lstStyle/>
          <a:p>
            <a:r>
              <a:rPr lang="en-US" dirty="0"/>
              <a:t>References</a:t>
            </a:r>
          </a:p>
        </p:txBody>
      </p:sp>
      <p:sp>
        <p:nvSpPr>
          <p:cNvPr id="58" name="Text Placeholder 57"/>
          <p:cNvSpPr>
            <a:spLocks noGrp="1"/>
          </p:cNvSpPr>
          <p:nvPr>
            <p:ph type="body" sz="quarter" idx="51"/>
          </p:nvPr>
        </p:nvSpPr>
        <p:spPr/>
        <p:txBody>
          <a:bodyPr/>
          <a:lstStyle/>
          <a:p>
            <a:r>
              <a:rPr lang="en-US" dirty="0"/>
              <a:t>Methods</a:t>
            </a:r>
          </a:p>
        </p:txBody>
      </p:sp>
      <p:sp>
        <p:nvSpPr>
          <p:cNvPr id="59" name="Text Placeholder 58"/>
          <p:cNvSpPr>
            <a:spLocks noGrp="1"/>
          </p:cNvSpPr>
          <p:nvPr>
            <p:ph type="body" sz="quarter" idx="52"/>
          </p:nvPr>
        </p:nvSpPr>
        <p:spPr/>
        <p:txBody>
          <a:bodyPr/>
          <a:lstStyle/>
          <a:p>
            <a:endParaRPr lang="en-US"/>
          </a:p>
        </p:txBody>
      </p:sp>
      <p:sp>
        <p:nvSpPr>
          <p:cNvPr id="57" name="Text Placeholder 56"/>
          <p:cNvSpPr>
            <a:spLocks noGrp="1"/>
          </p:cNvSpPr>
          <p:nvPr>
            <p:ph type="body" sz="quarter" idx="50"/>
          </p:nvPr>
        </p:nvSpPr>
        <p:spPr/>
        <p:txBody>
          <a:bodyPr/>
          <a:lstStyle/>
          <a:p>
            <a:r>
              <a:rPr lang="en-US" dirty="0"/>
              <a:t>Abstract</a:t>
            </a:r>
          </a:p>
        </p:txBody>
      </p:sp>
      <p:sp>
        <p:nvSpPr>
          <p:cNvPr id="53" name="Picture Placeholder 52"/>
          <p:cNvSpPr>
            <a:spLocks noGrp="1"/>
          </p:cNvSpPr>
          <p:nvPr>
            <p:ph type="pic" sz="quarter" idx="46"/>
          </p:nvPr>
        </p:nvSpPr>
        <p:spPr/>
        <p:txBody>
          <a:bodyPr/>
          <a:lstStyle/>
          <a:p>
            <a:endParaRPr lang="en-US"/>
          </a:p>
        </p:txBody>
      </p:sp>
      <p:sp>
        <p:nvSpPr>
          <p:cNvPr id="54" name="Picture Placeholder 53"/>
          <p:cNvSpPr>
            <a:spLocks noGrp="1"/>
          </p:cNvSpPr>
          <p:nvPr>
            <p:ph type="pic" sz="quarter" idx="47"/>
          </p:nvPr>
        </p:nvSpPr>
        <p:spPr/>
        <p:txBody>
          <a:bodyPr/>
          <a:lstStyle/>
          <a:p>
            <a:endParaRPr lang="en-US"/>
          </a:p>
        </p:txBody>
      </p:sp>
      <p:sp>
        <p:nvSpPr>
          <p:cNvPr id="61" name="Text Placeholder 60"/>
          <p:cNvSpPr>
            <a:spLocks noGrp="1"/>
          </p:cNvSpPr>
          <p:nvPr>
            <p:ph type="body" sz="quarter" idx="54"/>
          </p:nvPr>
        </p:nvSpPr>
        <p:spPr/>
        <p:txBody>
          <a:bodyPr/>
          <a:lstStyle/>
          <a:p>
            <a:endParaRPr lang="en-US" dirty="0"/>
          </a:p>
        </p:txBody>
      </p:sp>
      <p:sp>
        <p:nvSpPr>
          <p:cNvPr id="60" name="Text Placeholder 59"/>
          <p:cNvSpPr>
            <a:spLocks noGrp="1"/>
          </p:cNvSpPr>
          <p:nvPr>
            <p:ph type="body" sz="quarter" idx="53"/>
          </p:nvPr>
        </p:nvSpPr>
        <p:spPr>
          <a:xfrm>
            <a:off x="16763074" y="7323580"/>
            <a:ext cx="15496540" cy="633984"/>
          </a:xfrm>
        </p:spPr>
        <p:txBody>
          <a:bodyPr/>
          <a:lstStyle/>
          <a:p>
            <a:r>
              <a:rPr lang="en-US" dirty="0"/>
              <a:t>Motivation</a:t>
            </a:r>
          </a:p>
        </p:txBody>
      </p:sp>
    </p:spTree>
    <p:extLst>
      <p:ext uri="{BB962C8B-B14F-4D97-AF65-F5344CB8AC3E}">
        <p14:creationId xmlns:p14="http://schemas.microsoft.com/office/powerpoint/2010/main" val="1485547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heme/theme1.xml><?xml version="1.0" encoding="utf-8"?>
<a:theme xmlns:a="http://schemas.openxmlformats.org/drawingml/2006/main" name="*presentation_4x3 1-11-16">
  <a:themeElements>
    <a:clrScheme name="Argonne Scientific Posters">
      <a:dk1>
        <a:srgbClr val="47484A"/>
      </a:dk1>
      <a:lt1>
        <a:srgbClr val="FFFFFF"/>
      </a:lt1>
      <a:dk2>
        <a:srgbClr val="0082CA"/>
      </a:dk2>
      <a:lt2>
        <a:srgbClr val="F8B200"/>
      </a:lt2>
      <a:accent1>
        <a:srgbClr val="77B300"/>
      </a:accent1>
      <a:accent2>
        <a:srgbClr val="00609C"/>
      </a:accent2>
      <a:accent3>
        <a:srgbClr val="5B0091"/>
      </a:accent3>
      <a:accent4>
        <a:srgbClr val="FF7900"/>
      </a:accent4>
      <a:accent5>
        <a:srgbClr val="00A19C"/>
      </a:accent5>
      <a:accent6>
        <a:srgbClr val="CD202C"/>
      </a:accent6>
      <a:hlink>
        <a:srgbClr val="000000"/>
      </a:hlink>
      <a:folHlink>
        <a:srgbClr val="666666"/>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orizon">
      <a:fillStyleLst>
        <a:solidFill>
          <a:schemeClr val="phClr"/>
        </a:solidFill>
        <a:gradFill rotWithShape="1">
          <a:gsLst>
            <a:gs pos="0">
              <a:schemeClr val="phClr">
                <a:tint val="83000"/>
                <a:shade val="100000"/>
                <a:satMod val="100000"/>
              </a:schemeClr>
            </a:gs>
            <a:gs pos="100000">
              <a:schemeClr val="phClr">
                <a:tint val="61000"/>
                <a:alpha val="100000"/>
                <a:satMod val="200000"/>
              </a:schemeClr>
            </a:gs>
          </a:gsLst>
          <a:path path="circle">
            <a:fillToRect l="100000" t="100000" r="100000" b="100000"/>
          </a:path>
        </a:gradFill>
        <a:gradFill rotWithShape="1">
          <a:gsLst>
            <a:gs pos="0">
              <a:schemeClr val="phClr">
                <a:shade val="85000"/>
              </a:schemeClr>
            </a:gs>
            <a:gs pos="100000">
              <a:schemeClr val="phClr">
                <a:tint val="90000"/>
                <a:alpha val="100000"/>
                <a:satMod val="20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2924" dir="5400000" rotWithShape="0">
              <a:srgbClr val="000000">
                <a:alpha val="40000"/>
              </a:srgbClr>
            </a:outerShdw>
          </a:effectLst>
        </a:effectStyle>
        <a:effectStyle>
          <a:effectLst>
            <a:outerShdw blurRad="50800" dist="25400" dir="5400000" rotWithShape="0">
              <a:srgbClr val="000000">
                <a:alpha val="40000"/>
              </a:srgbClr>
            </a:outerShdw>
          </a:effectLst>
          <a:scene3d>
            <a:camera prst="orthographicFront">
              <a:rot lat="0" lon="0" rev="0"/>
            </a:camera>
            <a:lightRig rig="flat" dir="t">
              <a:rot lat="0" lon="0" rev="3600000"/>
            </a:lightRig>
          </a:scene3d>
          <a:sp3d prstMaterial="flat">
            <a:bevelT w="34925" h="47625"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presentation_4x3 1-11-16</Template>
  <TotalTime>9617</TotalTime>
  <Words>421</Words>
  <Application>Microsoft Office PowerPoint</Application>
  <PresentationFormat>Custom</PresentationFormat>
  <Paragraphs>22</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Wingdings</vt:lpstr>
      <vt:lpstr>*presentation_4x3 1-11-16</vt:lpstr>
      <vt:lpstr>Faster Kernels, Same Answers: Agent-Driven Precision Tuning</vt:lpstr>
    </vt:vector>
  </TitlesOfParts>
  <Company>M7Graphics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MJ</dc:creator>
  <cp:lastModifiedBy>Meagher, Kim</cp:lastModifiedBy>
  <cp:revision>191</cp:revision>
  <cp:lastPrinted>2016-03-15T21:49:00Z</cp:lastPrinted>
  <dcterms:created xsi:type="dcterms:W3CDTF">2016-01-12T15:59:02Z</dcterms:created>
  <dcterms:modified xsi:type="dcterms:W3CDTF">2026-07-14T18:52:38Z</dcterms:modified>
</cp:coreProperties>
</file>